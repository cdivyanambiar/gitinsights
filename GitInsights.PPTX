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7" r:id="rId5"/>
    <p:sldId id="335" r:id="rId6"/>
    <p:sldId id="369" r:id="rId7"/>
    <p:sldId id="370" r:id="rId8"/>
    <p:sldId id="342" r:id="rId9"/>
    <p:sldId id="358" r:id="rId10"/>
    <p:sldId id="340" r:id="rId11"/>
    <p:sldId id="359" r:id="rId12"/>
    <p:sldId id="269" r:id="rId13"/>
    <p:sldId id="367" r:id="rId14"/>
    <p:sldId id="368" r:id="rId15"/>
    <p:sldId id="341" r:id="rId16"/>
    <p:sldId id="355" r:id="rId17"/>
    <p:sldId id="366" r:id="rId18"/>
    <p:sldId id="337" r:id="rId19"/>
  </p:sldIdLst>
  <p:sldSz cx="12192000" cy="6858000"/>
  <p:notesSz cx="6858000" cy="9144000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4" orient="horz" pos="3840">
          <p15:clr>
            <a:srgbClr val="A4A3A4"/>
          </p15:clr>
        </p15:guide>
        <p15:guide id="5" pos="3840">
          <p15:clr>
            <a:srgbClr val="A4A3A4"/>
          </p15:clr>
        </p15:guide>
        <p15:guide id="6" pos="384">
          <p15:clr>
            <a:srgbClr val="A4A3A4"/>
          </p15:clr>
        </p15:guide>
        <p15:guide id="7" pos="7296">
          <p15:clr>
            <a:srgbClr val="A4A3A4"/>
          </p15:clr>
        </p15:guide>
        <p15:guide id="8" orient="horz" pos="9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648" autoAdjust="0"/>
    <p:restoredTop sz="89442" autoAdjust="0"/>
  </p:normalViewPr>
  <p:slideViewPr>
    <p:cSldViewPr>
      <p:cViewPr varScale="1">
        <p:scale>
          <a:sx n="114" d="100"/>
          <a:sy n="114" d="100"/>
        </p:scale>
        <p:origin x="80" y="180"/>
      </p:cViewPr>
      <p:guideLst>
        <p:guide orient="horz" pos="2160"/>
        <p:guide orient="horz" pos="3840"/>
        <p:guide pos="3840"/>
        <p:guide pos="384"/>
        <p:guide pos="7296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2784" y="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A61830-C416-483F-955E-54203C65B711}" type="datetimeFigureOut">
              <a:rPr lang="en-US"/>
              <a:t>8/21/2019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F31B20-3646-4475-8BC4-560CAF715D08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292446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381000"/>
            <a:ext cx="4572001" cy="25733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3124200"/>
            <a:ext cx="6096000" cy="5334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81000" y="8686800"/>
            <a:ext cx="4876800" cy="2270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867400" y="8686800"/>
            <a:ext cx="609600" cy="2270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/>
            </a:lvl1pPr>
          </a:lstStyle>
          <a:p>
            <a:fld id="{5BFEAE42-E3FE-4405-B7FC-4425D05B92A0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636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45720" indent="-36576" algn="l" defTabSz="914400" rtl="0" eaLnBrk="1" latinLnBrk="0" hangingPunct="1">
      <a:spcBef>
        <a:spcPts val="600"/>
      </a:spcBef>
      <a:buSzPct val="25000"/>
      <a:buFont typeface="Arial" panose="020B0604020202020204" pitchFamily="34" charset="0"/>
      <a:buChar char=" 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28600" indent="-137160" algn="l" defTabSz="914400" rtl="0" eaLnBrk="1" latinLnBrk="0" hangingPunct="1">
      <a:spcBef>
        <a:spcPts val="600"/>
      </a:spcBef>
      <a:buFont typeface="Arial" panose="020B0604020202020204" pitchFamily="34" charset="0"/>
      <a:buChar char="–"/>
      <a:defRPr sz="1050" kern="1200">
        <a:solidFill>
          <a:schemeClr val="tx1"/>
        </a:solidFill>
        <a:latin typeface="+mn-lt"/>
        <a:ea typeface="+mn-ea"/>
        <a:cs typeface="+mn-cs"/>
      </a:defRPr>
    </a:lvl2pPr>
    <a:lvl3pPr marL="365760" indent="-109728" algn="l" defTabSz="914400" rtl="0" eaLnBrk="1" latinLnBrk="0" hangingPunct="1">
      <a:spcBef>
        <a:spcPts val="600"/>
      </a:spcBef>
      <a:buFont typeface="Arial" panose="020B0604020202020204" pitchFamily="34" charset="0"/>
      <a:buChar char="–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548640" indent="-109728" algn="l" defTabSz="914400" rtl="0" eaLnBrk="1" latinLnBrk="0" hangingPunct="1">
      <a:spcBef>
        <a:spcPts val="600"/>
      </a:spcBef>
      <a:buFont typeface="Arial" panose="020B0604020202020204" pitchFamily="34" charset="0"/>
      <a:buChar char="–"/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731520" indent="-109728" algn="l" defTabSz="914400" rtl="0" eaLnBrk="1" latinLnBrk="0" hangingPunct="1">
      <a:spcBef>
        <a:spcPts val="600"/>
      </a:spcBef>
      <a:buFont typeface="Arial" panose="020B0604020202020204" pitchFamily="34" charset="0"/>
      <a:buChar char="–"/>
      <a:defRPr sz="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81000"/>
            <a:ext cx="4572000" cy="25733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EAE42-E3FE-4405-B7FC-4425D05B92A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880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81000"/>
            <a:ext cx="4572000" cy="25733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EAE42-E3FE-4405-B7FC-4425D05B92A0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3599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81000"/>
            <a:ext cx="4572000" cy="25733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EAE42-E3FE-4405-B7FC-4425D05B92A0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4148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81000"/>
            <a:ext cx="4572000" cy="25733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EAE42-E3FE-4405-B7FC-4425D05B92A0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530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bg bwMode="ltGray"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10393" y="2209800"/>
            <a:ext cx="8229600" cy="1905000"/>
          </a:xfrm>
        </p:spPr>
        <p:txBody>
          <a:bodyPr anchor="b"/>
          <a:lstStyle>
            <a:lvl1pPr>
              <a:lnSpc>
                <a:spcPct val="80000"/>
              </a:lnSpc>
              <a:defRPr sz="6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8013" y="4267200"/>
            <a:ext cx="8229600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6423" y="5821835"/>
            <a:ext cx="5489578" cy="33921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 baseline="0">
                <a:solidFill>
                  <a:schemeClr val="accent4"/>
                </a:solidFill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t>Click to add date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606423" y="456997"/>
            <a:ext cx="3027151" cy="1219403"/>
            <a:chOff x="3578225" y="1146175"/>
            <a:chExt cx="5038725" cy="2111375"/>
          </a:xfrm>
        </p:grpSpPr>
        <p:sp>
          <p:nvSpPr>
            <p:cNvPr id="8" name="Freeform 5"/>
            <p:cNvSpPr>
              <a:spLocks noEditPoints="1"/>
            </p:cNvSpPr>
            <p:nvPr/>
          </p:nvSpPr>
          <p:spPr bwMode="auto">
            <a:xfrm>
              <a:off x="3578225" y="1146175"/>
              <a:ext cx="1725613" cy="498475"/>
            </a:xfrm>
            <a:custGeom>
              <a:avLst/>
              <a:gdLst>
                <a:gd name="T0" fmla="*/ 0 w 1087"/>
                <a:gd name="T1" fmla="*/ 0 h 314"/>
                <a:gd name="T2" fmla="*/ 0 w 1087"/>
                <a:gd name="T3" fmla="*/ 314 h 314"/>
                <a:gd name="T4" fmla="*/ 0 w 1087"/>
                <a:gd name="T5" fmla="*/ 314 h 314"/>
                <a:gd name="T6" fmla="*/ 1087 w 1087"/>
                <a:gd name="T7" fmla="*/ 314 h 314"/>
                <a:gd name="T8" fmla="*/ 1087 w 1087"/>
                <a:gd name="T9" fmla="*/ 0 h 314"/>
                <a:gd name="T10" fmla="*/ 0 w 1087"/>
                <a:gd name="T11" fmla="*/ 0 h 314"/>
                <a:gd name="T12" fmla="*/ 1018 w 1087"/>
                <a:gd name="T13" fmla="*/ 245 h 314"/>
                <a:gd name="T14" fmla="*/ 69 w 1087"/>
                <a:gd name="T15" fmla="*/ 245 h 314"/>
                <a:gd name="T16" fmla="*/ 69 w 1087"/>
                <a:gd name="T17" fmla="*/ 69 h 314"/>
                <a:gd name="T18" fmla="*/ 1018 w 1087"/>
                <a:gd name="T19" fmla="*/ 69 h 314"/>
                <a:gd name="T20" fmla="*/ 1018 w 1087"/>
                <a:gd name="T21" fmla="*/ 245 h 314"/>
                <a:gd name="T22" fmla="*/ 1018 w 1087"/>
                <a:gd name="T23" fmla="*/ 245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87" h="314">
                  <a:moveTo>
                    <a:pt x="0" y="0"/>
                  </a:moveTo>
                  <a:lnTo>
                    <a:pt x="0" y="314"/>
                  </a:lnTo>
                  <a:lnTo>
                    <a:pt x="0" y="314"/>
                  </a:lnTo>
                  <a:lnTo>
                    <a:pt x="1087" y="314"/>
                  </a:lnTo>
                  <a:lnTo>
                    <a:pt x="1087" y="0"/>
                  </a:lnTo>
                  <a:lnTo>
                    <a:pt x="0" y="0"/>
                  </a:lnTo>
                  <a:close/>
                  <a:moveTo>
                    <a:pt x="1018" y="245"/>
                  </a:moveTo>
                  <a:lnTo>
                    <a:pt x="69" y="245"/>
                  </a:lnTo>
                  <a:lnTo>
                    <a:pt x="69" y="69"/>
                  </a:lnTo>
                  <a:lnTo>
                    <a:pt x="1018" y="69"/>
                  </a:lnTo>
                  <a:lnTo>
                    <a:pt x="1018" y="245"/>
                  </a:lnTo>
                  <a:lnTo>
                    <a:pt x="1018" y="245"/>
                  </a:lnTo>
                  <a:close/>
                </a:path>
              </a:pathLst>
            </a:custGeom>
            <a:solidFill>
              <a:srgbClr val="00B3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3578225" y="1968500"/>
              <a:ext cx="5038725" cy="1289050"/>
            </a:xfrm>
            <a:custGeom>
              <a:avLst/>
              <a:gdLst>
                <a:gd name="T0" fmla="*/ 80 w 1341"/>
                <a:gd name="T1" fmla="*/ 52 h 342"/>
                <a:gd name="T2" fmla="*/ 29 w 1341"/>
                <a:gd name="T3" fmla="*/ 77 h 342"/>
                <a:gd name="T4" fmla="*/ 212 w 1341"/>
                <a:gd name="T5" fmla="*/ 93 h 342"/>
                <a:gd name="T6" fmla="*/ 174 w 1341"/>
                <a:gd name="T7" fmla="*/ 134 h 342"/>
                <a:gd name="T8" fmla="*/ 272 w 1341"/>
                <a:gd name="T9" fmla="*/ 132 h 342"/>
                <a:gd name="T10" fmla="*/ 276 w 1341"/>
                <a:gd name="T11" fmla="*/ 38 h 342"/>
                <a:gd name="T12" fmla="*/ 327 w 1341"/>
                <a:gd name="T13" fmla="*/ 132 h 342"/>
                <a:gd name="T14" fmla="*/ 398 w 1341"/>
                <a:gd name="T15" fmla="*/ 0 h 342"/>
                <a:gd name="T16" fmla="*/ 402 w 1341"/>
                <a:gd name="T17" fmla="*/ 134 h 342"/>
                <a:gd name="T18" fmla="*/ 448 w 1341"/>
                <a:gd name="T19" fmla="*/ 93 h 342"/>
                <a:gd name="T20" fmla="*/ 448 w 1341"/>
                <a:gd name="T21" fmla="*/ 74 h 342"/>
                <a:gd name="T22" fmla="*/ 642 w 1341"/>
                <a:gd name="T23" fmla="*/ 60 h 342"/>
                <a:gd name="T24" fmla="*/ 642 w 1341"/>
                <a:gd name="T25" fmla="*/ 131 h 342"/>
                <a:gd name="T26" fmla="*/ 570 w 1341"/>
                <a:gd name="T27" fmla="*/ 111 h 342"/>
                <a:gd name="T28" fmla="*/ 530 w 1341"/>
                <a:gd name="T29" fmla="*/ 60 h 342"/>
                <a:gd name="T30" fmla="*/ 558 w 1341"/>
                <a:gd name="T31" fmla="*/ 38 h 342"/>
                <a:gd name="T32" fmla="*/ 738 w 1341"/>
                <a:gd name="T33" fmla="*/ 89 h 342"/>
                <a:gd name="T34" fmla="*/ 787 w 1341"/>
                <a:gd name="T35" fmla="*/ 45 h 342"/>
                <a:gd name="T36" fmla="*/ 736 w 1341"/>
                <a:gd name="T37" fmla="*/ 65 h 342"/>
                <a:gd name="T38" fmla="*/ 848 w 1341"/>
                <a:gd name="T39" fmla="*/ 73 h 342"/>
                <a:gd name="T40" fmla="*/ 876 w 1341"/>
                <a:gd name="T41" fmla="*/ 73 h 342"/>
                <a:gd name="T42" fmla="*/ 833 w 1341"/>
                <a:gd name="T43" fmla="*/ 91 h 342"/>
                <a:gd name="T44" fmla="*/ 965 w 1341"/>
                <a:gd name="T45" fmla="*/ 43 h 342"/>
                <a:gd name="T46" fmla="*/ 964 w 1341"/>
                <a:gd name="T47" fmla="*/ 103 h 342"/>
                <a:gd name="T48" fmla="*/ 1010 w 1341"/>
                <a:gd name="T49" fmla="*/ 132 h 342"/>
                <a:gd name="T50" fmla="*/ 1070 w 1341"/>
                <a:gd name="T51" fmla="*/ 38 h 342"/>
                <a:gd name="T52" fmla="*/ 1010 w 1341"/>
                <a:gd name="T53" fmla="*/ 89 h 342"/>
                <a:gd name="T54" fmla="*/ 1133 w 1341"/>
                <a:gd name="T55" fmla="*/ 73 h 342"/>
                <a:gd name="T56" fmla="*/ 1160 w 1341"/>
                <a:gd name="T57" fmla="*/ 73 h 342"/>
                <a:gd name="T58" fmla="*/ 1117 w 1341"/>
                <a:gd name="T59" fmla="*/ 91 h 342"/>
                <a:gd name="T60" fmla="*/ 1239 w 1341"/>
                <a:gd name="T61" fmla="*/ 39 h 342"/>
                <a:gd name="T62" fmla="*/ 1180 w 1341"/>
                <a:gd name="T63" fmla="*/ 132 h 342"/>
                <a:gd name="T64" fmla="*/ 1246 w 1341"/>
                <a:gd name="T65" fmla="*/ 85 h 342"/>
                <a:gd name="T66" fmla="*/ 1314 w 1341"/>
                <a:gd name="T67" fmla="*/ 132 h 342"/>
                <a:gd name="T68" fmla="*/ 1295 w 1341"/>
                <a:gd name="T69" fmla="*/ 110 h 342"/>
                <a:gd name="T70" fmla="*/ 18 w 1341"/>
                <a:gd name="T71" fmla="*/ 231 h 342"/>
                <a:gd name="T72" fmla="*/ 81 w 1341"/>
                <a:gd name="T73" fmla="*/ 307 h 342"/>
                <a:gd name="T74" fmla="*/ 164 w 1341"/>
                <a:gd name="T75" fmla="*/ 307 h 342"/>
                <a:gd name="T76" fmla="*/ 103 w 1341"/>
                <a:gd name="T77" fmla="*/ 214 h 342"/>
                <a:gd name="T78" fmla="*/ 252 w 1341"/>
                <a:gd name="T79" fmla="*/ 229 h 342"/>
                <a:gd name="T80" fmla="*/ 252 w 1341"/>
                <a:gd name="T81" fmla="*/ 307 h 342"/>
                <a:gd name="T82" fmla="*/ 211 w 1341"/>
                <a:gd name="T83" fmla="*/ 214 h 342"/>
                <a:gd name="T84" fmla="*/ 305 w 1341"/>
                <a:gd name="T85" fmla="*/ 212 h 342"/>
                <a:gd name="T86" fmla="*/ 338 w 1341"/>
                <a:gd name="T87" fmla="*/ 285 h 342"/>
                <a:gd name="T88" fmla="*/ 281 w 1341"/>
                <a:gd name="T89" fmla="*/ 251 h 342"/>
                <a:gd name="T90" fmla="*/ 403 w 1341"/>
                <a:gd name="T91" fmla="*/ 229 h 342"/>
                <a:gd name="T92" fmla="*/ 382 w 1341"/>
                <a:gd name="T93" fmla="*/ 228 h 342"/>
                <a:gd name="T94" fmla="*/ 430 w 1341"/>
                <a:gd name="T95" fmla="*/ 342 h 342"/>
                <a:gd name="T96" fmla="*/ 498 w 1341"/>
                <a:gd name="T97" fmla="*/ 260 h 342"/>
                <a:gd name="T98" fmla="*/ 577 w 1341"/>
                <a:gd name="T99" fmla="*/ 212 h 342"/>
                <a:gd name="T100" fmla="*/ 554 w 1341"/>
                <a:gd name="T101" fmla="*/ 307 h 342"/>
                <a:gd name="T102" fmla="*/ 623 w 1341"/>
                <a:gd name="T103" fmla="*/ 187 h 342"/>
                <a:gd name="T104" fmla="*/ 621 w 1341"/>
                <a:gd name="T105" fmla="*/ 307 h 342"/>
                <a:gd name="T106" fmla="*/ 644 w 1341"/>
                <a:gd name="T107" fmla="*/ 300 h 342"/>
                <a:gd name="T108" fmla="*/ 644 w 1341"/>
                <a:gd name="T109" fmla="*/ 240 h 342"/>
                <a:gd name="T110" fmla="*/ 661 w 1341"/>
                <a:gd name="T111" fmla="*/ 238 h 342"/>
                <a:gd name="T112" fmla="*/ 807 w 1341"/>
                <a:gd name="T113" fmla="*/ 266 h 342"/>
                <a:gd name="T114" fmla="*/ 772 w 1341"/>
                <a:gd name="T115" fmla="*/ 309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341" h="342">
                  <a:moveTo>
                    <a:pt x="29" y="132"/>
                  </a:moveTo>
                  <a:cubicBezTo>
                    <a:pt x="0" y="132"/>
                    <a:pt x="0" y="132"/>
                    <a:pt x="0" y="13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80" y="52"/>
                    <a:pt x="80" y="52"/>
                    <a:pt x="80" y="52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09" y="132"/>
                    <a:pt x="109" y="132"/>
                    <a:pt x="109" y="132"/>
                  </a:cubicBezTo>
                  <a:cubicBezTo>
                    <a:pt x="80" y="132"/>
                    <a:pt x="80" y="132"/>
                    <a:pt x="80" y="132"/>
                  </a:cubicBezTo>
                  <a:cubicBezTo>
                    <a:pt x="80" y="77"/>
                    <a:pt x="80" y="77"/>
                    <a:pt x="80" y="77"/>
                  </a:cubicBezTo>
                  <a:cubicBezTo>
                    <a:pt x="29" y="77"/>
                    <a:pt x="29" y="77"/>
                    <a:pt x="29" y="77"/>
                  </a:cubicBezTo>
                  <a:lnTo>
                    <a:pt x="29" y="132"/>
                  </a:lnTo>
                  <a:close/>
                  <a:moveTo>
                    <a:pt x="174" y="134"/>
                  </a:moveTo>
                  <a:cubicBezTo>
                    <a:pt x="145" y="134"/>
                    <a:pt x="125" y="116"/>
                    <a:pt x="125" y="85"/>
                  </a:cubicBezTo>
                  <a:cubicBezTo>
                    <a:pt x="125" y="56"/>
                    <a:pt x="144" y="36"/>
                    <a:pt x="170" y="36"/>
                  </a:cubicBezTo>
                  <a:cubicBezTo>
                    <a:pt x="198" y="36"/>
                    <a:pt x="212" y="55"/>
                    <a:pt x="212" y="83"/>
                  </a:cubicBezTo>
                  <a:cubicBezTo>
                    <a:pt x="212" y="93"/>
                    <a:pt x="212" y="93"/>
                    <a:pt x="212" y="93"/>
                  </a:cubicBezTo>
                  <a:cubicBezTo>
                    <a:pt x="152" y="93"/>
                    <a:pt x="152" y="93"/>
                    <a:pt x="152" y="93"/>
                  </a:cubicBezTo>
                  <a:cubicBezTo>
                    <a:pt x="155" y="108"/>
                    <a:pt x="167" y="112"/>
                    <a:pt x="178" y="112"/>
                  </a:cubicBezTo>
                  <a:cubicBezTo>
                    <a:pt x="188" y="112"/>
                    <a:pt x="195" y="110"/>
                    <a:pt x="204" y="104"/>
                  </a:cubicBezTo>
                  <a:cubicBezTo>
                    <a:pt x="205" y="104"/>
                    <a:pt x="205" y="104"/>
                    <a:pt x="205" y="104"/>
                  </a:cubicBezTo>
                  <a:cubicBezTo>
                    <a:pt x="205" y="126"/>
                    <a:pt x="205" y="126"/>
                    <a:pt x="205" y="126"/>
                  </a:cubicBezTo>
                  <a:cubicBezTo>
                    <a:pt x="198" y="131"/>
                    <a:pt x="187" y="134"/>
                    <a:pt x="174" y="134"/>
                  </a:cubicBezTo>
                  <a:close/>
                  <a:moveTo>
                    <a:pt x="152" y="74"/>
                  </a:moveTo>
                  <a:cubicBezTo>
                    <a:pt x="186" y="74"/>
                    <a:pt x="186" y="74"/>
                    <a:pt x="186" y="74"/>
                  </a:cubicBezTo>
                  <a:cubicBezTo>
                    <a:pt x="186" y="64"/>
                    <a:pt x="182" y="58"/>
                    <a:pt x="170" y="58"/>
                  </a:cubicBezTo>
                  <a:cubicBezTo>
                    <a:pt x="162" y="58"/>
                    <a:pt x="155" y="61"/>
                    <a:pt x="152" y="74"/>
                  </a:cubicBezTo>
                  <a:close/>
                  <a:moveTo>
                    <a:pt x="287" y="77"/>
                  </a:moveTo>
                  <a:cubicBezTo>
                    <a:pt x="272" y="132"/>
                    <a:pt x="272" y="132"/>
                    <a:pt x="272" y="132"/>
                  </a:cubicBezTo>
                  <a:cubicBezTo>
                    <a:pt x="247" y="132"/>
                    <a:pt x="247" y="132"/>
                    <a:pt x="247" y="132"/>
                  </a:cubicBezTo>
                  <a:cubicBezTo>
                    <a:pt x="218" y="39"/>
                    <a:pt x="218" y="39"/>
                    <a:pt x="218" y="39"/>
                  </a:cubicBezTo>
                  <a:cubicBezTo>
                    <a:pt x="218" y="38"/>
                    <a:pt x="218" y="38"/>
                    <a:pt x="218" y="38"/>
                  </a:cubicBezTo>
                  <a:cubicBezTo>
                    <a:pt x="246" y="38"/>
                    <a:pt x="246" y="38"/>
                    <a:pt x="246" y="38"/>
                  </a:cubicBezTo>
                  <a:cubicBezTo>
                    <a:pt x="261" y="93"/>
                    <a:pt x="261" y="93"/>
                    <a:pt x="261" y="93"/>
                  </a:cubicBezTo>
                  <a:cubicBezTo>
                    <a:pt x="276" y="38"/>
                    <a:pt x="276" y="38"/>
                    <a:pt x="276" y="38"/>
                  </a:cubicBezTo>
                  <a:cubicBezTo>
                    <a:pt x="298" y="38"/>
                    <a:pt x="298" y="38"/>
                    <a:pt x="298" y="38"/>
                  </a:cubicBezTo>
                  <a:cubicBezTo>
                    <a:pt x="313" y="93"/>
                    <a:pt x="313" y="93"/>
                    <a:pt x="313" y="93"/>
                  </a:cubicBezTo>
                  <a:cubicBezTo>
                    <a:pt x="329" y="38"/>
                    <a:pt x="329" y="38"/>
                    <a:pt x="329" y="38"/>
                  </a:cubicBezTo>
                  <a:cubicBezTo>
                    <a:pt x="355" y="38"/>
                    <a:pt x="355" y="38"/>
                    <a:pt x="355" y="38"/>
                  </a:cubicBezTo>
                  <a:cubicBezTo>
                    <a:pt x="355" y="39"/>
                    <a:pt x="355" y="39"/>
                    <a:pt x="355" y="39"/>
                  </a:cubicBezTo>
                  <a:cubicBezTo>
                    <a:pt x="327" y="132"/>
                    <a:pt x="327" y="132"/>
                    <a:pt x="327" y="132"/>
                  </a:cubicBezTo>
                  <a:cubicBezTo>
                    <a:pt x="302" y="132"/>
                    <a:pt x="302" y="132"/>
                    <a:pt x="302" y="132"/>
                  </a:cubicBezTo>
                  <a:lnTo>
                    <a:pt x="287" y="77"/>
                  </a:lnTo>
                  <a:close/>
                  <a:moveTo>
                    <a:pt x="402" y="134"/>
                  </a:moveTo>
                  <a:cubicBezTo>
                    <a:pt x="379" y="134"/>
                    <a:pt x="370" y="125"/>
                    <a:pt x="370" y="104"/>
                  </a:cubicBezTo>
                  <a:cubicBezTo>
                    <a:pt x="370" y="0"/>
                    <a:pt x="370" y="0"/>
                    <a:pt x="370" y="0"/>
                  </a:cubicBezTo>
                  <a:cubicBezTo>
                    <a:pt x="398" y="0"/>
                    <a:pt x="398" y="0"/>
                    <a:pt x="398" y="0"/>
                  </a:cubicBezTo>
                  <a:cubicBezTo>
                    <a:pt x="398" y="102"/>
                    <a:pt x="398" y="102"/>
                    <a:pt x="398" y="102"/>
                  </a:cubicBezTo>
                  <a:cubicBezTo>
                    <a:pt x="398" y="108"/>
                    <a:pt x="400" y="111"/>
                    <a:pt x="406" y="111"/>
                  </a:cubicBezTo>
                  <a:cubicBezTo>
                    <a:pt x="408" y="111"/>
                    <a:pt x="410" y="110"/>
                    <a:pt x="412" y="109"/>
                  </a:cubicBezTo>
                  <a:cubicBezTo>
                    <a:pt x="413" y="109"/>
                    <a:pt x="413" y="109"/>
                    <a:pt x="413" y="109"/>
                  </a:cubicBezTo>
                  <a:cubicBezTo>
                    <a:pt x="413" y="132"/>
                    <a:pt x="413" y="132"/>
                    <a:pt x="413" y="132"/>
                  </a:cubicBezTo>
                  <a:cubicBezTo>
                    <a:pt x="410" y="133"/>
                    <a:pt x="406" y="134"/>
                    <a:pt x="402" y="134"/>
                  </a:cubicBezTo>
                  <a:close/>
                  <a:moveTo>
                    <a:pt x="469" y="134"/>
                  </a:moveTo>
                  <a:cubicBezTo>
                    <a:pt x="440" y="134"/>
                    <a:pt x="420" y="116"/>
                    <a:pt x="420" y="85"/>
                  </a:cubicBezTo>
                  <a:cubicBezTo>
                    <a:pt x="420" y="56"/>
                    <a:pt x="440" y="36"/>
                    <a:pt x="465" y="36"/>
                  </a:cubicBezTo>
                  <a:cubicBezTo>
                    <a:pt x="494" y="36"/>
                    <a:pt x="507" y="55"/>
                    <a:pt x="507" y="83"/>
                  </a:cubicBezTo>
                  <a:cubicBezTo>
                    <a:pt x="507" y="93"/>
                    <a:pt x="507" y="93"/>
                    <a:pt x="507" y="93"/>
                  </a:cubicBezTo>
                  <a:cubicBezTo>
                    <a:pt x="448" y="93"/>
                    <a:pt x="448" y="93"/>
                    <a:pt x="448" y="93"/>
                  </a:cubicBezTo>
                  <a:cubicBezTo>
                    <a:pt x="451" y="108"/>
                    <a:pt x="462" y="112"/>
                    <a:pt x="474" y="112"/>
                  </a:cubicBezTo>
                  <a:cubicBezTo>
                    <a:pt x="484" y="112"/>
                    <a:pt x="491" y="110"/>
                    <a:pt x="500" y="104"/>
                  </a:cubicBezTo>
                  <a:cubicBezTo>
                    <a:pt x="501" y="104"/>
                    <a:pt x="501" y="104"/>
                    <a:pt x="501" y="104"/>
                  </a:cubicBezTo>
                  <a:cubicBezTo>
                    <a:pt x="501" y="126"/>
                    <a:pt x="501" y="126"/>
                    <a:pt x="501" y="126"/>
                  </a:cubicBezTo>
                  <a:cubicBezTo>
                    <a:pt x="493" y="131"/>
                    <a:pt x="482" y="134"/>
                    <a:pt x="469" y="134"/>
                  </a:cubicBezTo>
                  <a:close/>
                  <a:moveTo>
                    <a:pt x="448" y="74"/>
                  </a:moveTo>
                  <a:cubicBezTo>
                    <a:pt x="482" y="74"/>
                    <a:pt x="482" y="74"/>
                    <a:pt x="482" y="74"/>
                  </a:cubicBezTo>
                  <a:cubicBezTo>
                    <a:pt x="481" y="64"/>
                    <a:pt x="477" y="58"/>
                    <a:pt x="466" y="58"/>
                  </a:cubicBezTo>
                  <a:cubicBezTo>
                    <a:pt x="457" y="58"/>
                    <a:pt x="450" y="61"/>
                    <a:pt x="448" y="74"/>
                  </a:cubicBezTo>
                  <a:close/>
                  <a:moveTo>
                    <a:pt x="622" y="38"/>
                  </a:moveTo>
                  <a:cubicBezTo>
                    <a:pt x="642" y="38"/>
                    <a:pt x="642" y="38"/>
                    <a:pt x="642" y="38"/>
                  </a:cubicBezTo>
                  <a:cubicBezTo>
                    <a:pt x="642" y="60"/>
                    <a:pt x="642" y="60"/>
                    <a:pt x="642" y="60"/>
                  </a:cubicBezTo>
                  <a:cubicBezTo>
                    <a:pt x="622" y="60"/>
                    <a:pt x="622" y="60"/>
                    <a:pt x="622" y="60"/>
                  </a:cubicBezTo>
                  <a:cubicBezTo>
                    <a:pt x="622" y="99"/>
                    <a:pt x="622" y="99"/>
                    <a:pt x="622" y="99"/>
                  </a:cubicBezTo>
                  <a:cubicBezTo>
                    <a:pt x="622" y="107"/>
                    <a:pt x="625" y="111"/>
                    <a:pt x="633" y="111"/>
                  </a:cubicBezTo>
                  <a:cubicBezTo>
                    <a:pt x="636" y="111"/>
                    <a:pt x="639" y="110"/>
                    <a:pt x="642" y="109"/>
                  </a:cubicBezTo>
                  <a:cubicBezTo>
                    <a:pt x="642" y="109"/>
                    <a:pt x="642" y="109"/>
                    <a:pt x="642" y="109"/>
                  </a:cubicBezTo>
                  <a:cubicBezTo>
                    <a:pt x="642" y="131"/>
                    <a:pt x="642" y="131"/>
                    <a:pt x="642" y="131"/>
                  </a:cubicBezTo>
                  <a:cubicBezTo>
                    <a:pt x="639" y="132"/>
                    <a:pt x="633" y="134"/>
                    <a:pt x="625" y="134"/>
                  </a:cubicBezTo>
                  <a:cubicBezTo>
                    <a:pt x="603" y="134"/>
                    <a:pt x="594" y="124"/>
                    <a:pt x="594" y="100"/>
                  </a:cubicBezTo>
                  <a:cubicBezTo>
                    <a:pt x="594" y="60"/>
                    <a:pt x="594" y="60"/>
                    <a:pt x="594" y="60"/>
                  </a:cubicBezTo>
                  <a:cubicBezTo>
                    <a:pt x="558" y="60"/>
                    <a:pt x="558" y="60"/>
                    <a:pt x="558" y="60"/>
                  </a:cubicBezTo>
                  <a:cubicBezTo>
                    <a:pt x="558" y="99"/>
                    <a:pt x="558" y="99"/>
                    <a:pt x="558" y="99"/>
                  </a:cubicBezTo>
                  <a:cubicBezTo>
                    <a:pt x="558" y="107"/>
                    <a:pt x="561" y="111"/>
                    <a:pt x="570" y="111"/>
                  </a:cubicBezTo>
                  <a:cubicBezTo>
                    <a:pt x="572" y="111"/>
                    <a:pt x="575" y="110"/>
                    <a:pt x="578" y="109"/>
                  </a:cubicBezTo>
                  <a:cubicBezTo>
                    <a:pt x="579" y="109"/>
                    <a:pt x="579" y="109"/>
                    <a:pt x="579" y="109"/>
                  </a:cubicBezTo>
                  <a:cubicBezTo>
                    <a:pt x="579" y="131"/>
                    <a:pt x="579" y="131"/>
                    <a:pt x="579" y="131"/>
                  </a:cubicBezTo>
                  <a:cubicBezTo>
                    <a:pt x="575" y="132"/>
                    <a:pt x="570" y="134"/>
                    <a:pt x="562" y="134"/>
                  </a:cubicBezTo>
                  <a:cubicBezTo>
                    <a:pt x="539" y="134"/>
                    <a:pt x="530" y="124"/>
                    <a:pt x="530" y="100"/>
                  </a:cubicBezTo>
                  <a:cubicBezTo>
                    <a:pt x="530" y="60"/>
                    <a:pt x="530" y="60"/>
                    <a:pt x="530" y="60"/>
                  </a:cubicBezTo>
                  <a:cubicBezTo>
                    <a:pt x="516" y="60"/>
                    <a:pt x="516" y="60"/>
                    <a:pt x="516" y="60"/>
                  </a:cubicBezTo>
                  <a:cubicBezTo>
                    <a:pt x="516" y="38"/>
                    <a:pt x="516" y="38"/>
                    <a:pt x="516" y="38"/>
                  </a:cubicBezTo>
                  <a:cubicBezTo>
                    <a:pt x="530" y="38"/>
                    <a:pt x="530" y="38"/>
                    <a:pt x="530" y="38"/>
                  </a:cubicBezTo>
                  <a:cubicBezTo>
                    <a:pt x="530" y="12"/>
                    <a:pt x="530" y="12"/>
                    <a:pt x="530" y="12"/>
                  </a:cubicBezTo>
                  <a:cubicBezTo>
                    <a:pt x="558" y="12"/>
                    <a:pt x="558" y="12"/>
                    <a:pt x="558" y="12"/>
                  </a:cubicBezTo>
                  <a:cubicBezTo>
                    <a:pt x="558" y="38"/>
                    <a:pt x="558" y="38"/>
                    <a:pt x="558" y="38"/>
                  </a:cubicBezTo>
                  <a:cubicBezTo>
                    <a:pt x="594" y="38"/>
                    <a:pt x="594" y="38"/>
                    <a:pt x="594" y="38"/>
                  </a:cubicBezTo>
                  <a:cubicBezTo>
                    <a:pt x="594" y="12"/>
                    <a:pt x="594" y="12"/>
                    <a:pt x="594" y="12"/>
                  </a:cubicBezTo>
                  <a:cubicBezTo>
                    <a:pt x="622" y="12"/>
                    <a:pt x="622" y="12"/>
                    <a:pt x="622" y="12"/>
                  </a:cubicBezTo>
                  <a:cubicBezTo>
                    <a:pt x="622" y="38"/>
                    <a:pt x="622" y="38"/>
                    <a:pt x="622" y="38"/>
                  </a:cubicBezTo>
                  <a:close/>
                  <a:moveTo>
                    <a:pt x="787" y="45"/>
                  </a:moveTo>
                  <a:cubicBezTo>
                    <a:pt x="787" y="73"/>
                    <a:pt x="768" y="89"/>
                    <a:pt x="738" y="89"/>
                  </a:cubicBezTo>
                  <a:cubicBezTo>
                    <a:pt x="718" y="89"/>
                    <a:pt x="718" y="89"/>
                    <a:pt x="718" y="89"/>
                  </a:cubicBezTo>
                  <a:cubicBezTo>
                    <a:pt x="718" y="132"/>
                    <a:pt x="718" y="132"/>
                    <a:pt x="718" y="132"/>
                  </a:cubicBezTo>
                  <a:cubicBezTo>
                    <a:pt x="689" y="132"/>
                    <a:pt x="689" y="132"/>
                    <a:pt x="689" y="132"/>
                  </a:cubicBezTo>
                  <a:cubicBezTo>
                    <a:pt x="689" y="0"/>
                    <a:pt x="689" y="0"/>
                    <a:pt x="689" y="0"/>
                  </a:cubicBezTo>
                  <a:cubicBezTo>
                    <a:pt x="738" y="0"/>
                    <a:pt x="738" y="0"/>
                    <a:pt x="738" y="0"/>
                  </a:cubicBezTo>
                  <a:cubicBezTo>
                    <a:pt x="768" y="0"/>
                    <a:pt x="787" y="16"/>
                    <a:pt x="787" y="45"/>
                  </a:cubicBezTo>
                  <a:close/>
                  <a:moveTo>
                    <a:pt x="736" y="65"/>
                  </a:moveTo>
                  <a:cubicBezTo>
                    <a:pt x="751" y="65"/>
                    <a:pt x="758" y="57"/>
                    <a:pt x="758" y="45"/>
                  </a:cubicBezTo>
                  <a:cubicBezTo>
                    <a:pt x="758" y="33"/>
                    <a:pt x="751" y="24"/>
                    <a:pt x="736" y="24"/>
                  </a:cubicBezTo>
                  <a:cubicBezTo>
                    <a:pt x="718" y="24"/>
                    <a:pt x="718" y="24"/>
                    <a:pt x="718" y="24"/>
                  </a:cubicBezTo>
                  <a:cubicBezTo>
                    <a:pt x="718" y="65"/>
                    <a:pt x="718" y="65"/>
                    <a:pt x="718" y="65"/>
                  </a:cubicBezTo>
                  <a:lnTo>
                    <a:pt x="736" y="65"/>
                  </a:lnTo>
                  <a:close/>
                  <a:moveTo>
                    <a:pt x="849" y="123"/>
                  </a:moveTo>
                  <a:cubicBezTo>
                    <a:pt x="843" y="130"/>
                    <a:pt x="834" y="134"/>
                    <a:pt x="824" y="134"/>
                  </a:cubicBezTo>
                  <a:cubicBezTo>
                    <a:pt x="806" y="134"/>
                    <a:pt x="791" y="122"/>
                    <a:pt x="791" y="103"/>
                  </a:cubicBezTo>
                  <a:cubicBezTo>
                    <a:pt x="791" y="84"/>
                    <a:pt x="806" y="72"/>
                    <a:pt x="827" y="72"/>
                  </a:cubicBezTo>
                  <a:cubicBezTo>
                    <a:pt x="834" y="72"/>
                    <a:pt x="841" y="73"/>
                    <a:pt x="848" y="75"/>
                  </a:cubicBezTo>
                  <a:cubicBezTo>
                    <a:pt x="848" y="73"/>
                    <a:pt x="848" y="73"/>
                    <a:pt x="848" y="73"/>
                  </a:cubicBezTo>
                  <a:cubicBezTo>
                    <a:pt x="848" y="63"/>
                    <a:pt x="842" y="59"/>
                    <a:pt x="827" y="59"/>
                  </a:cubicBezTo>
                  <a:cubicBezTo>
                    <a:pt x="818" y="59"/>
                    <a:pt x="809" y="62"/>
                    <a:pt x="801" y="66"/>
                  </a:cubicBezTo>
                  <a:cubicBezTo>
                    <a:pt x="800" y="66"/>
                    <a:pt x="800" y="66"/>
                    <a:pt x="800" y="66"/>
                  </a:cubicBezTo>
                  <a:cubicBezTo>
                    <a:pt x="800" y="44"/>
                    <a:pt x="800" y="44"/>
                    <a:pt x="800" y="44"/>
                  </a:cubicBezTo>
                  <a:cubicBezTo>
                    <a:pt x="807" y="40"/>
                    <a:pt x="820" y="36"/>
                    <a:pt x="832" y="36"/>
                  </a:cubicBezTo>
                  <a:cubicBezTo>
                    <a:pt x="860" y="36"/>
                    <a:pt x="876" y="49"/>
                    <a:pt x="876" y="73"/>
                  </a:cubicBezTo>
                  <a:cubicBezTo>
                    <a:pt x="876" y="132"/>
                    <a:pt x="876" y="132"/>
                    <a:pt x="876" y="132"/>
                  </a:cubicBezTo>
                  <a:cubicBezTo>
                    <a:pt x="849" y="132"/>
                    <a:pt x="849" y="132"/>
                    <a:pt x="849" y="132"/>
                  </a:cubicBezTo>
                  <a:cubicBezTo>
                    <a:pt x="849" y="123"/>
                    <a:pt x="849" y="123"/>
                    <a:pt x="849" y="123"/>
                  </a:cubicBezTo>
                  <a:close/>
                  <a:moveTo>
                    <a:pt x="848" y="102"/>
                  </a:moveTo>
                  <a:cubicBezTo>
                    <a:pt x="848" y="94"/>
                    <a:pt x="848" y="94"/>
                    <a:pt x="848" y="94"/>
                  </a:cubicBezTo>
                  <a:cubicBezTo>
                    <a:pt x="844" y="92"/>
                    <a:pt x="838" y="91"/>
                    <a:pt x="833" y="91"/>
                  </a:cubicBezTo>
                  <a:cubicBezTo>
                    <a:pt x="823" y="91"/>
                    <a:pt x="818" y="95"/>
                    <a:pt x="818" y="102"/>
                  </a:cubicBezTo>
                  <a:cubicBezTo>
                    <a:pt x="818" y="110"/>
                    <a:pt x="823" y="113"/>
                    <a:pt x="832" y="113"/>
                  </a:cubicBezTo>
                  <a:cubicBezTo>
                    <a:pt x="839" y="113"/>
                    <a:pt x="845" y="109"/>
                    <a:pt x="848" y="102"/>
                  </a:cubicBezTo>
                  <a:close/>
                  <a:moveTo>
                    <a:pt x="890" y="85"/>
                  </a:moveTo>
                  <a:cubicBezTo>
                    <a:pt x="890" y="55"/>
                    <a:pt x="911" y="36"/>
                    <a:pt x="939" y="36"/>
                  </a:cubicBezTo>
                  <a:cubicBezTo>
                    <a:pt x="949" y="36"/>
                    <a:pt x="958" y="38"/>
                    <a:pt x="965" y="43"/>
                  </a:cubicBezTo>
                  <a:cubicBezTo>
                    <a:pt x="965" y="67"/>
                    <a:pt x="965" y="67"/>
                    <a:pt x="965" y="67"/>
                  </a:cubicBezTo>
                  <a:cubicBezTo>
                    <a:pt x="964" y="67"/>
                    <a:pt x="964" y="67"/>
                    <a:pt x="964" y="67"/>
                  </a:cubicBezTo>
                  <a:cubicBezTo>
                    <a:pt x="958" y="62"/>
                    <a:pt x="951" y="60"/>
                    <a:pt x="943" y="60"/>
                  </a:cubicBezTo>
                  <a:cubicBezTo>
                    <a:pt x="929" y="60"/>
                    <a:pt x="918" y="69"/>
                    <a:pt x="918" y="85"/>
                  </a:cubicBezTo>
                  <a:cubicBezTo>
                    <a:pt x="918" y="101"/>
                    <a:pt x="929" y="110"/>
                    <a:pt x="943" y="110"/>
                  </a:cubicBezTo>
                  <a:cubicBezTo>
                    <a:pt x="951" y="110"/>
                    <a:pt x="958" y="108"/>
                    <a:pt x="964" y="103"/>
                  </a:cubicBezTo>
                  <a:cubicBezTo>
                    <a:pt x="965" y="103"/>
                    <a:pt x="965" y="103"/>
                    <a:pt x="965" y="103"/>
                  </a:cubicBezTo>
                  <a:cubicBezTo>
                    <a:pt x="965" y="127"/>
                    <a:pt x="965" y="127"/>
                    <a:pt x="965" y="127"/>
                  </a:cubicBezTo>
                  <a:cubicBezTo>
                    <a:pt x="958" y="132"/>
                    <a:pt x="949" y="134"/>
                    <a:pt x="939" y="134"/>
                  </a:cubicBezTo>
                  <a:cubicBezTo>
                    <a:pt x="911" y="134"/>
                    <a:pt x="890" y="115"/>
                    <a:pt x="890" y="85"/>
                  </a:cubicBezTo>
                  <a:close/>
                  <a:moveTo>
                    <a:pt x="1010" y="89"/>
                  </a:moveTo>
                  <a:cubicBezTo>
                    <a:pt x="1010" y="132"/>
                    <a:pt x="1010" y="132"/>
                    <a:pt x="1010" y="132"/>
                  </a:cubicBezTo>
                  <a:cubicBezTo>
                    <a:pt x="983" y="132"/>
                    <a:pt x="983" y="132"/>
                    <a:pt x="983" y="132"/>
                  </a:cubicBezTo>
                  <a:cubicBezTo>
                    <a:pt x="983" y="0"/>
                    <a:pt x="983" y="0"/>
                    <a:pt x="983" y="0"/>
                  </a:cubicBezTo>
                  <a:cubicBezTo>
                    <a:pt x="1010" y="0"/>
                    <a:pt x="1010" y="0"/>
                    <a:pt x="1010" y="0"/>
                  </a:cubicBezTo>
                  <a:cubicBezTo>
                    <a:pt x="1010" y="75"/>
                    <a:pt x="1010" y="75"/>
                    <a:pt x="1010" y="75"/>
                  </a:cubicBezTo>
                  <a:cubicBezTo>
                    <a:pt x="1039" y="38"/>
                    <a:pt x="1039" y="38"/>
                    <a:pt x="1039" y="38"/>
                  </a:cubicBezTo>
                  <a:cubicBezTo>
                    <a:pt x="1070" y="38"/>
                    <a:pt x="1070" y="38"/>
                    <a:pt x="1070" y="38"/>
                  </a:cubicBezTo>
                  <a:cubicBezTo>
                    <a:pt x="1070" y="39"/>
                    <a:pt x="1070" y="39"/>
                    <a:pt x="1070" y="39"/>
                  </a:cubicBezTo>
                  <a:cubicBezTo>
                    <a:pt x="1036" y="82"/>
                    <a:pt x="1036" y="82"/>
                    <a:pt x="1036" y="82"/>
                  </a:cubicBezTo>
                  <a:cubicBezTo>
                    <a:pt x="1070" y="131"/>
                    <a:pt x="1070" y="131"/>
                    <a:pt x="1070" y="131"/>
                  </a:cubicBezTo>
                  <a:cubicBezTo>
                    <a:pt x="1070" y="132"/>
                    <a:pt x="1070" y="132"/>
                    <a:pt x="1070" y="132"/>
                  </a:cubicBezTo>
                  <a:cubicBezTo>
                    <a:pt x="1038" y="132"/>
                    <a:pt x="1038" y="132"/>
                    <a:pt x="1038" y="132"/>
                  </a:cubicBezTo>
                  <a:lnTo>
                    <a:pt x="1010" y="89"/>
                  </a:lnTo>
                  <a:close/>
                  <a:moveTo>
                    <a:pt x="1133" y="123"/>
                  </a:moveTo>
                  <a:cubicBezTo>
                    <a:pt x="1127" y="130"/>
                    <a:pt x="1118" y="134"/>
                    <a:pt x="1108" y="134"/>
                  </a:cubicBezTo>
                  <a:cubicBezTo>
                    <a:pt x="1090" y="134"/>
                    <a:pt x="1075" y="122"/>
                    <a:pt x="1075" y="103"/>
                  </a:cubicBezTo>
                  <a:cubicBezTo>
                    <a:pt x="1075" y="84"/>
                    <a:pt x="1090" y="72"/>
                    <a:pt x="1112" y="72"/>
                  </a:cubicBezTo>
                  <a:cubicBezTo>
                    <a:pt x="1118" y="72"/>
                    <a:pt x="1125" y="73"/>
                    <a:pt x="1133" y="75"/>
                  </a:cubicBezTo>
                  <a:cubicBezTo>
                    <a:pt x="1133" y="73"/>
                    <a:pt x="1133" y="73"/>
                    <a:pt x="1133" y="73"/>
                  </a:cubicBezTo>
                  <a:cubicBezTo>
                    <a:pt x="1133" y="63"/>
                    <a:pt x="1127" y="59"/>
                    <a:pt x="1112" y="59"/>
                  </a:cubicBezTo>
                  <a:cubicBezTo>
                    <a:pt x="1102" y="59"/>
                    <a:pt x="1093" y="62"/>
                    <a:pt x="1086" y="66"/>
                  </a:cubicBezTo>
                  <a:cubicBezTo>
                    <a:pt x="1084" y="66"/>
                    <a:pt x="1084" y="66"/>
                    <a:pt x="1084" y="66"/>
                  </a:cubicBezTo>
                  <a:cubicBezTo>
                    <a:pt x="1084" y="44"/>
                    <a:pt x="1084" y="44"/>
                    <a:pt x="1084" y="44"/>
                  </a:cubicBezTo>
                  <a:cubicBezTo>
                    <a:pt x="1092" y="40"/>
                    <a:pt x="1104" y="36"/>
                    <a:pt x="1117" y="36"/>
                  </a:cubicBezTo>
                  <a:cubicBezTo>
                    <a:pt x="1145" y="36"/>
                    <a:pt x="1160" y="49"/>
                    <a:pt x="1160" y="73"/>
                  </a:cubicBezTo>
                  <a:cubicBezTo>
                    <a:pt x="1160" y="132"/>
                    <a:pt x="1160" y="132"/>
                    <a:pt x="1160" y="132"/>
                  </a:cubicBezTo>
                  <a:cubicBezTo>
                    <a:pt x="1133" y="132"/>
                    <a:pt x="1133" y="132"/>
                    <a:pt x="1133" y="132"/>
                  </a:cubicBezTo>
                  <a:cubicBezTo>
                    <a:pt x="1133" y="123"/>
                    <a:pt x="1133" y="123"/>
                    <a:pt x="1133" y="123"/>
                  </a:cubicBezTo>
                  <a:close/>
                  <a:moveTo>
                    <a:pt x="1133" y="102"/>
                  </a:moveTo>
                  <a:cubicBezTo>
                    <a:pt x="1133" y="94"/>
                    <a:pt x="1133" y="94"/>
                    <a:pt x="1133" y="94"/>
                  </a:cubicBezTo>
                  <a:cubicBezTo>
                    <a:pt x="1128" y="92"/>
                    <a:pt x="1123" y="91"/>
                    <a:pt x="1117" y="91"/>
                  </a:cubicBezTo>
                  <a:cubicBezTo>
                    <a:pt x="1108" y="91"/>
                    <a:pt x="1103" y="95"/>
                    <a:pt x="1103" y="102"/>
                  </a:cubicBezTo>
                  <a:cubicBezTo>
                    <a:pt x="1103" y="110"/>
                    <a:pt x="1108" y="113"/>
                    <a:pt x="1116" y="113"/>
                  </a:cubicBezTo>
                  <a:cubicBezTo>
                    <a:pt x="1124" y="113"/>
                    <a:pt x="1130" y="109"/>
                    <a:pt x="1133" y="102"/>
                  </a:cubicBezTo>
                  <a:close/>
                  <a:moveTo>
                    <a:pt x="1207" y="53"/>
                  </a:moveTo>
                  <a:cubicBezTo>
                    <a:pt x="1212" y="43"/>
                    <a:pt x="1220" y="37"/>
                    <a:pt x="1230" y="37"/>
                  </a:cubicBezTo>
                  <a:cubicBezTo>
                    <a:pt x="1234" y="37"/>
                    <a:pt x="1238" y="38"/>
                    <a:pt x="1239" y="39"/>
                  </a:cubicBezTo>
                  <a:cubicBezTo>
                    <a:pt x="1239" y="65"/>
                    <a:pt x="1239" y="65"/>
                    <a:pt x="1239" y="65"/>
                  </a:cubicBezTo>
                  <a:cubicBezTo>
                    <a:pt x="1238" y="65"/>
                    <a:pt x="1238" y="65"/>
                    <a:pt x="1238" y="65"/>
                  </a:cubicBezTo>
                  <a:cubicBezTo>
                    <a:pt x="1235" y="64"/>
                    <a:pt x="1231" y="63"/>
                    <a:pt x="1226" y="63"/>
                  </a:cubicBezTo>
                  <a:cubicBezTo>
                    <a:pt x="1217" y="63"/>
                    <a:pt x="1210" y="68"/>
                    <a:pt x="1208" y="78"/>
                  </a:cubicBezTo>
                  <a:cubicBezTo>
                    <a:pt x="1208" y="132"/>
                    <a:pt x="1208" y="132"/>
                    <a:pt x="1208" y="132"/>
                  </a:cubicBezTo>
                  <a:cubicBezTo>
                    <a:pt x="1180" y="132"/>
                    <a:pt x="1180" y="132"/>
                    <a:pt x="1180" y="132"/>
                  </a:cubicBezTo>
                  <a:cubicBezTo>
                    <a:pt x="1180" y="38"/>
                    <a:pt x="1180" y="38"/>
                    <a:pt x="1180" y="38"/>
                  </a:cubicBezTo>
                  <a:cubicBezTo>
                    <a:pt x="1207" y="38"/>
                    <a:pt x="1207" y="38"/>
                    <a:pt x="1207" y="38"/>
                  </a:cubicBezTo>
                  <a:cubicBezTo>
                    <a:pt x="1207" y="53"/>
                    <a:pt x="1207" y="53"/>
                    <a:pt x="1207" y="53"/>
                  </a:cubicBezTo>
                  <a:close/>
                  <a:moveTo>
                    <a:pt x="1314" y="122"/>
                  </a:moveTo>
                  <a:cubicBezTo>
                    <a:pt x="1308" y="130"/>
                    <a:pt x="1298" y="134"/>
                    <a:pt x="1286" y="134"/>
                  </a:cubicBezTo>
                  <a:cubicBezTo>
                    <a:pt x="1262" y="134"/>
                    <a:pt x="1246" y="112"/>
                    <a:pt x="1246" y="85"/>
                  </a:cubicBezTo>
                  <a:cubicBezTo>
                    <a:pt x="1246" y="58"/>
                    <a:pt x="1262" y="36"/>
                    <a:pt x="1286" y="36"/>
                  </a:cubicBezTo>
                  <a:cubicBezTo>
                    <a:pt x="1298" y="36"/>
                    <a:pt x="1307" y="40"/>
                    <a:pt x="1313" y="47"/>
                  </a:cubicBezTo>
                  <a:cubicBezTo>
                    <a:pt x="1313" y="0"/>
                    <a:pt x="1313" y="0"/>
                    <a:pt x="1313" y="0"/>
                  </a:cubicBezTo>
                  <a:cubicBezTo>
                    <a:pt x="1341" y="0"/>
                    <a:pt x="1341" y="0"/>
                    <a:pt x="1341" y="0"/>
                  </a:cubicBezTo>
                  <a:cubicBezTo>
                    <a:pt x="1341" y="132"/>
                    <a:pt x="1341" y="132"/>
                    <a:pt x="1341" y="132"/>
                  </a:cubicBezTo>
                  <a:cubicBezTo>
                    <a:pt x="1314" y="132"/>
                    <a:pt x="1314" y="132"/>
                    <a:pt x="1314" y="132"/>
                  </a:cubicBezTo>
                  <a:cubicBezTo>
                    <a:pt x="1314" y="122"/>
                    <a:pt x="1314" y="122"/>
                    <a:pt x="1314" y="122"/>
                  </a:cubicBezTo>
                  <a:close/>
                  <a:moveTo>
                    <a:pt x="1313" y="100"/>
                  </a:moveTo>
                  <a:cubicBezTo>
                    <a:pt x="1313" y="70"/>
                    <a:pt x="1313" y="70"/>
                    <a:pt x="1313" y="70"/>
                  </a:cubicBezTo>
                  <a:cubicBezTo>
                    <a:pt x="1308" y="63"/>
                    <a:pt x="1302" y="60"/>
                    <a:pt x="1295" y="60"/>
                  </a:cubicBezTo>
                  <a:cubicBezTo>
                    <a:pt x="1283" y="60"/>
                    <a:pt x="1275" y="69"/>
                    <a:pt x="1275" y="85"/>
                  </a:cubicBezTo>
                  <a:cubicBezTo>
                    <a:pt x="1275" y="101"/>
                    <a:pt x="1283" y="110"/>
                    <a:pt x="1295" y="110"/>
                  </a:cubicBezTo>
                  <a:cubicBezTo>
                    <a:pt x="1302" y="110"/>
                    <a:pt x="1308" y="107"/>
                    <a:pt x="1313" y="100"/>
                  </a:cubicBezTo>
                  <a:close/>
                  <a:moveTo>
                    <a:pt x="0" y="175"/>
                  </a:moveTo>
                  <a:cubicBezTo>
                    <a:pt x="81" y="175"/>
                    <a:pt x="81" y="175"/>
                    <a:pt x="81" y="175"/>
                  </a:cubicBezTo>
                  <a:cubicBezTo>
                    <a:pt x="81" y="191"/>
                    <a:pt x="81" y="191"/>
                    <a:pt x="81" y="191"/>
                  </a:cubicBezTo>
                  <a:cubicBezTo>
                    <a:pt x="18" y="191"/>
                    <a:pt x="18" y="191"/>
                    <a:pt x="18" y="191"/>
                  </a:cubicBezTo>
                  <a:cubicBezTo>
                    <a:pt x="18" y="231"/>
                    <a:pt x="18" y="231"/>
                    <a:pt x="18" y="231"/>
                  </a:cubicBezTo>
                  <a:cubicBezTo>
                    <a:pt x="75" y="231"/>
                    <a:pt x="75" y="231"/>
                    <a:pt x="75" y="231"/>
                  </a:cubicBezTo>
                  <a:cubicBezTo>
                    <a:pt x="75" y="247"/>
                    <a:pt x="75" y="247"/>
                    <a:pt x="75" y="247"/>
                  </a:cubicBezTo>
                  <a:cubicBezTo>
                    <a:pt x="18" y="247"/>
                    <a:pt x="18" y="247"/>
                    <a:pt x="18" y="247"/>
                  </a:cubicBezTo>
                  <a:cubicBezTo>
                    <a:pt x="18" y="291"/>
                    <a:pt x="18" y="291"/>
                    <a:pt x="18" y="291"/>
                  </a:cubicBezTo>
                  <a:cubicBezTo>
                    <a:pt x="81" y="291"/>
                    <a:pt x="81" y="291"/>
                    <a:pt x="81" y="291"/>
                  </a:cubicBezTo>
                  <a:cubicBezTo>
                    <a:pt x="81" y="307"/>
                    <a:pt x="81" y="307"/>
                    <a:pt x="81" y="307"/>
                  </a:cubicBezTo>
                  <a:cubicBezTo>
                    <a:pt x="0" y="307"/>
                    <a:pt x="0" y="307"/>
                    <a:pt x="0" y="307"/>
                  </a:cubicBezTo>
                  <a:lnTo>
                    <a:pt x="0" y="175"/>
                  </a:lnTo>
                  <a:close/>
                  <a:moveTo>
                    <a:pt x="149" y="212"/>
                  </a:moveTo>
                  <a:cubicBezTo>
                    <a:pt x="169" y="212"/>
                    <a:pt x="181" y="226"/>
                    <a:pt x="181" y="248"/>
                  </a:cubicBezTo>
                  <a:cubicBezTo>
                    <a:pt x="181" y="307"/>
                    <a:pt x="181" y="307"/>
                    <a:pt x="181" y="307"/>
                  </a:cubicBezTo>
                  <a:cubicBezTo>
                    <a:pt x="164" y="307"/>
                    <a:pt x="164" y="307"/>
                    <a:pt x="164" y="307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4" y="237"/>
                    <a:pt x="157" y="228"/>
                    <a:pt x="144" y="228"/>
                  </a:cubicBezTo>
                  <a:cubicBezTo>
                    <a:pt x="133" y="228"/>
                    <a:pt x="124" y="235"/>
                    <a:pt x="121" y="245"/>
                  </a:cubicBezTo>
                  <a:cubicBezTo>
                    <a:pt x="121" y="307"/>
                    <a:pt x="121" y="307"/>
                    <a:pt x="121" y="307"/>
                  </a:cubicBezTo>
                  <a:cubicBezTo>
                    <a:pt x="103" y="307"/>
                    <a:pt x="103" y="307"/>
                    <a:pt x="103" y="307"/>
                  </a:cubicBezTo>
                  <a:cubicBezTo>
                    <a:pt x="103" y="214"/>
                    <a:pt x="103" y="214"/>
                    <a:pt x="103" y="214"/>
                  </a:cubicBezTo>
                  <a:cubicBezTo>
                    <a:pt x="121" y="214"/>
                    <a:pt x="121" y="214"/>
                    <a:pt x="121" y="214"/>
                  </a:cubicBezTo>
                  <a:cubicBezTo>
                    <a:pt x="121" y="227"/>
                    <a:pt x="121" y="227"/>
                    <a:pt x="121" y="227"/>
                  </a:cubicBezTo>
                  <a:cubicBezTo>
                    <a:pt x="126" y="219"/>
                    <a:pt x="136" y="212"/>
                    <a:pt x="149" y="212"/>
                  </a:cubicBezTo>
                  <a:close/>
                  <a:moveTo>
                    <a:pt x="228" y="214"/>
                  </a:moveTo>
                  <a:cubicBezTo>
                    <a:pt x="252" y="214"/>
                    <a:pt x="252" y="214"/>
                    <a:pt x="252" y="214"/>
                  </a:cubicBezTo>
                  <a:cubicBezTo>
                    <a:pt x="252" y="229"/>
                    <a:pt x="252" y="229"/>
                    <a:pt x="252" y="229"/>
                  </a:cubicBezTo>
                  <a:cubicBezTo>
                    <a:pt x="228" y="229"/>
                    <a:pt x="228" y="229"/>
                    <a:pt x="228" y="229"/>
                  </a:cubicBezTo>
                  <a:cubicBezTo>
                    <a:pt x="228" y="279"/>
                    <a:pt x="228" y="279"/>
                    <a:pt x="228" y="279"/>
                  </a:cubicBezTo>
                  <a:cubicBezTo>
                    <a:pt x="228" y="289"/>
                    <a:pt x="234" y="293"/>
                    <a:pt x="243" y="293"/>
                  </a:cubicBezTo>
                  <a:cubicBezTo>
                    <a:pt x="246" y="293"/>
                    <a:pt x="249" y="293"/>
                    <a:pt x="251" y="292"/>
                  </a:cubicBezTo>
                  <a:cubicBezTo>
                    <a:pt x="252" y="292"/>
                    <a:pt x="252" y="292"/>
                    <a:pt x="252" y="292"/>
                  </a:cubicBezTo>
                  <a:cubicBezTo>
                    <a:pt x="252" y="307"/>
                    <a:pt x="252" y="307"/>
                    <a:pt x="252" y="307"/>
                  </a:cubicBezTo>
                  <a:cubicBezTo>
                    <a:pt x="249" y="308"/>
                    <a:pt x="246" y="309"/>
                    <a:pt x="241" y="309"/>
                  </a:cubicBezTo>
                  <a:cubicBezTo>
                    <a:pt x="219" y="309"/>
                    <a:pt x="211" y="299"/>
                    <a:pt x="211" y="281"/>
                  </a:cubicBezTo>
                  <a:cubicBezTo>
                    <a:pt x="211" y="229"/>
                    <a:pt x="211" y="229"/>
                    <a:pt x="211" y="229"/>
                  </a:cubicBezTo>
                  <a:cubicBezTo>
                    <a:pt x="195" y="229"/>
                    <a:pt x="195" y="229"/>
                    <a:pt x="195" y="229"/>
                  </a:cubicBezTo>
                  <a:cubicBezTo>
                    <a:pt x="195" y="214"/>
                    <a:pt x="195" y="214"/>
                    <a:pt x="195" y="214"/>
                  </a:cubicBezTo>
                  <a:cubicBezTo>
                    <a:pt x="211" y="214"/>
                    <a:pt x="211" y="214"/>
                    <a:pt x="211" y="214"/>
                  </a:cubicBezTo>
                  <a:cubicBezTo>
                    <a:pt x="211" y="189"/>
                    <a:pt x="211" y="189"/>
                    <a:pt x="211" y="189"/>
                  </a:cubicBezTo>
                  <a:cubicBezTo>
                    <a:pt x="228" y="189"/>
                    <a:pt x="228" y="189"/>
                    <a:pt x="228" y="189"/>
                  </a:cubicBezTo>
                  <a:lnTo>
                    <a:pt x="228" y="214"/>
                  </a:lnTo>
                  <a:close/>
                  <a:moveTo>
                    <a:pt x="309" y="309"/>
                  </a:moveTo>
                  <a:cubicBezTo>
                    <a:pt x="282" y="309"/>
                    <a:pt x="263" y="290"/>
                    <a:pt x="263" y="261"/>
                  </a:cubicBezTo>
                  <a:cubicBezTo>
                    <a:pt x="263" y="232"/>
                    <a:pt x="280" y="212"/>
                    <a:pt x="305" y="212"/>
                  </a:cubicBezTo>
                  <a:cubicBezTo>
                    <a:pt x="331" y="212"/>
                    <a:pt x="344" y="230"/>
                    <a:pt x="344" y="258"/>
                  </a:cubicBezTo>
                  <a:cubicBezTo>
                    <a:pt x="344" y="266"/>
                    <a:pt x="344" y="266"/>
                    <a:pt x="344" y="266"/>
                  </a:cubicBezTo>
                  <a:cubicBezTo>
                    <a:pt x="281" y="266"/>
                    <a:pt x="281" y="266"/>
                    <a:pt x="281" y="266"/>
                  </a:cubicBezTo>
                  <a:cubicBezTo>
                    <a:pt x="282" y="284"/>
                    <a:pt x="295" y="293"/>
                    <a:pt x="311" y="293"/>
                  </a:cubicBezTo>
                  <a:cubicBezTo>
                    <a:pt x="321" y="293"/>
                    <a:pt x="329" y="291"/>
                    <a:pt x="337" y="285"/>
                  </a:cubicBezTo>
                  <a:cubicBezTo>
                    <a:pt x="338" y="285"/>
                    <a:pt x="338" y="285"/>
                    <a:pt x="338" y="285"/>
                  </a:cubicBezTo>
                  <a:cubicBezTo>
                    <a:pt x="338" y="300"/>
                    <a:pt x="338" y="300"/>
                    <a:pt x="338" y="300"/>
                  </a:cubicBezTo>
                  <a:cubicBezTo>
                    <a:pt x="330" y="306"/>
                    <a:pt x="320" y="309"/>
                    <a:pt x="309" y="309"/>
                  </a:cubicBezTo>
                  <a:close/>
                  <a:moveTo>
                    <a:pt x="281" y="251"/>
                  </a:moveTo>
                  <a:cubicBezTo>
                    <a:pt x="327" y="251"/>
                    <a:pt x="327" y="251"/>
                    <a:pt x="327" y="251"/>
                  </a:cubicBezTo>
                  <a:cubicBezTo>
                    <a:pt x="327" y="237"/>
                    <a:pt x="320" y="227"/>
                    <a:pt x="306" y="227"/>
                  </a:cubicBezTo>
                  <a:cubicBezTo>
                    <a:pt x="292" y="227"/>
                    <a:pt x="284" y="237"/>
                    <a:pt x="281" y="251"/>
                  </a:cubicBezTo>
                  <a:close/>
                  <a:moveTo>
                    <a:pt x="382" y="228"/>
                  </a:moveTo>
                  <a:cubicBezTo>
                    <a:pt x="386" y="218"/>
                    <a:pt x="395" y="212"/>
                    <a:pt x="405" y="212"/>
                  </a:cubicBezTo>
                  <a:cubicBezTo>
                    <a:pt x="409" y="212"/>
                    <a:pt x="413" y="213"/>
                    <a:pt x="414" y="214"/>
                  </a:cubicBezTo>
                  <a:cubicBezTo>
                    <a:pt x="414" y="231"/>
                    <a:pt x="414" y="231"/>
                    <a:pt x="414" y="231"/>
                  </a:cubicBezTo>
                  <a:cubicBezTo>
                    <a:pt x="414" y="231"/>
                    <a:pt x="414" y="231"/>
                    <a:pt x="414" y="231"/>
                  </a:cubicBezTo>
                  <a:cubicBezTo>
                    <a:pt x="411" y="230"/>
                    <a:pt x="407" y="229"/>
                    <a:pt x="403" y="229"/>
                  </a:cubicBezTo>
                  <a:cubicBezTo>
                    <a:pt x="393" y="229"/>
                    <a:pt x="385" y="236"/>
                    <a:pt x="382" y="246"/>
                  </a:cubicBezTo>
                  <a:cubicBezTo>
                    <a:pt x="382" y="307"/>
                    <a:pt x="382" y="307"/>
                    <a:pt x="382" y="307"/>
                  </a:cubicBezTo>
                  <a:cubicBezTo>
                    <a:pt x="365" y="307"/>
                    <a:pt x="365" y="307"/>
                    <a:pt x="365" y="307"/>
                  </a:cubicBezTo>
                  <a:cubicBezTo>
                    <a:pt x="365" y="214"/>
                    <a:pt x="365" y="214"/>
                    <a:pt x="365" y="214"/>
                  </a:cubicBezTo>
                  <a:cubicBezTo>
                    <a:pt x="382" y="214"/>
                    <a:pt x="382" y="214"/>
                    <a:pt x="382" y="214"/>
                  </a:cubicBezTo>
                  <a:cubicBezTo>
                    <a:pt x="382" y="228"/>
                    <a:pt x="382" y="228"/>
                    <a:pt x="382" y="228"/>
                  </a:cubicBezTo>
                  <a:close/>
                  <a:moveTo>
                    <a:pt x="474" y="212"/>
                  </a:moveTo>
                  <a:cubicBezTo>
                    <a:pt x="502" y="212"/>
                    <a:pt x="516" y="235"/>
                    <a:pt x="516" y="260"/>
                  </a:cubicBezTo>
                  <a:cubicBezTo>
                    <a:pt x="516" y="286"/>
                    <a:pt x="502" y="309"/>
                    <a:pt x="474" y="309"/>
                  </a:cubicBezTo>
                  <a:cubicBezTo>
                    <a:pt x="463" y="309"/>
                    <a:pt x="453" y="303"/>
                    <a:pt x="448" y="296"/>
                  </a:cubicBezTo>
                  <a:cubicBezTo>
                    <a:pt x="448" y="342"/>
                    <a:pt x="448" y="342"/>
                    <a:pt x="448" y="342"/>
                  </a:cubicBezTo>
                  <a:cubicBezTo>
                    <a:pt x="430" y="342"/>
                    <a:pt x="430" y="342"/>
                    <a:pt x="430" y="342"/>
                  </a:cubicBezTo>
                  <a:cubicBezTo>
                    <a:pt x="430" y="214"/>
                    <a:pt x="430" y="214"/>
                    <a:pt x="430" y="214"/>
                  </a:cubicBezTo>
                  <a:cubicBezTo>
                    <a:pt x="448" y="214"/>
                    <a:pt x="448" y="214"/>
                    <a:pt x="448" y="214"/>
                  </a:cubicBezTo>
                  <a:cubicBezTo>
                    <a:pt x="448" y="224"/>
                    <a:pt x="448" y="224"/>
                    <a:pt x="448" y="224"/>
                  </a:cubicBezTo>
                  <a:cubicBezTo>
                    <a:pt x="453" y="218"/>
                    <a:pt x="463" y="212"/>
                    <a:pt x="474" y="212"/>
                  </a:cubicBezTo>
                  <a:close/>
                  <a:moveTo>
                    <a:pt x="471" y="293"/>
                  </a:moveTo>
                  <a:cubicBezTo>
                    <a:pt x="488" y="293"/>
                    <a:pt x="498" y="279"/>
                    <a:pt x="498" y="260"/>
                  </a:cubicBezTo>
                  <a:cubicBezTo>
                    <a:pt x="498" y="242"/>
                    <a:pt x="488" y="228"/>
                    <a:pt x="471" y="228"/>
                  </a:cubicBezTo>
                  <a:cubicBezTo>
                    <a:pt x="461" y="228"/>
                    <a:pt x="453" y="233"/>
                    <a:pt x="448" y="243"/>
                  </a:cubicBezTo>
                  <a:cubicBezTo>
                    <a:pt x="448" y="278"/>
                    <a:pt x="448" y="278"/>
                    <a:pt x="448" y="278"/>
                  </a:cubicBezTo>
                  <a:cubicBezTo>
                    <a:pt x="453" y="287"/>
                    <a:pt x="461" y="293"/>
                    <a:pt x="471" y="293"/>
                  </a:cubicBezTo>
                  <a:close/>
                  <a:moveTo>
                    <a:pt x="554" y="228"/>
                  </a:moveTo>
                  <a:cubicBezTo>
                    <a:pt x="558" y="218"/>
                    <a:pt x="567" y="212"/>
                    <a:pt x="577" y="212"/>
                  </a:cubicBezTo>
                  <a:cubicBezTo>
                    <a:pt x="581" y="212"/>
                    <a:pt x="585" y="213"/>
                    <a:pt x="587" y="214"/>
                  </a:cubicBezTo>
                  <a:cubicBezTo>
                    <a:pt x="587" y="231"/>
                    <a:pt x="587" y="231"/>
                    <a:pt x="587" y="231"/>
                  </a:cubicBezTo>
                  <a:cubicBezTo>
                    <a:pt x="586" y="231"/>
                    <a:pt x="586" y="231"/>
                    <a:pt x="586" y="231"/>
                  </a:cubicBezTo>
                  <a:cubicBezTo>
                    <a:pt x="583" y="230"/>
                    <a:pt x="579" y="229"/>
                    <a:pt x="575" y="229"/>
                  </a:cubicBezTo>
                  <a:cubicBezTo>
                    <a:pt x="565" y="229"/>
                    <a:pt x="557" y="236"/>
                    <a:pt x="554" y="246"/>
                  </a:cubicBezTo>
                  <a:cubicBezTo>
                    <a:pt x="554" y="307"/>
                    <a:pt x="554" y="307"/>
                    <a:pt x="554" y="307"/>
                  </a:cubicBezTo>
                  <a:cubicBezTo>
                    <a:pt x="537" y="307"/>
                    <a:pt x="537" y="307"/>
                    <a:pt x="537" y="307"/>
                  </a:cubicBezTo>
                  <a:cubicBezTo>
                    <a:pt x="537" y="214"/>
                    <a:pt x="537" y="214"/>
                    <a:pt x="537" y="214"/>
                  </a:cubicBezTo>
                  <a:cubicBezTo>
                    <a:pt x="554" y="214"/>
                    <a:pt x="554" y="214"/>
                    <a:pt x="554" y="214"/>
                  </a:cubicBezTo>
                  <a:cubicBezTo>
                    <a:pt x="554" y="228"/>
                    <a:pt x="554" y="228"/>
                    <a:pt x="554" y="228"/>
                  </a:cubicBezTo>
                  <a:close/>
                  <a:moveTo>
                    <a:pt x="612" y="176"/>
                  </a:moveTo>
                  <a:cubicBezTo>
                    <a:pt x="618" y="176"/>
                    <a:pt x="623" y="181"/>
                    <a:pt x="623" y="187"/>
                  </a:cubicBezTo>
                  <a:cubicBezTo>
                    <a:pt x="623" y="193"/>
                    <a:pt x="618" y="198"/>
                    <a:pt x="612" y="198"/>
                  </a:cubicBezTo>
                  <a:cubicBezTo>
                    <a:pt x="606" y="198"/>
                    <a:pt x="601" y="193"/>
                    <a:pt x="601" y="187"/>
                  </a:cubicBezTo>
                  <a:cubicBezTo>
                    <a:pt x="601" y="181"/>
                    <a:pt x="606" y="176"/>
                    <a:pt x="612" y="176"/>
                  </a:cubicBezTo>
                  <a:close/>
                  <a:moveTo>
                    <a:pt x="603" y="214"/>
                  </a:moveTo>
                  <a:cubicBezTo>
                    <a:pt x="621" y="214"/>
                    <a:pt x="621" y="214"/>
                    <a:pt x="621" y="214"/>
                  </a:cubicBezTo>
                  <a:cubicBezTo>
                    <a:pt x="621" y="307"/>
                    <a:pt x="621" y="307"/>
                    <a:pt x="621" y="307"/>
                  </a:cubicBezTo>
                  <a:cubicBezTo>
                    <a:pt x="603" y="307"/>
                    <a:pt x="603" y="307"/>
                    <a:pt x="603" y="307"/>
                  </a:cubicBezTo>
                  <a:lnTo>
                    <a:pt x="603" y="214"/>
                  </a:lnTo>
                  <a:close/>
                  <a:moveTo>
                    <a:pt x="683" y="252"/>
                  </a:moveTo>
                  <a:cubicBezTo>
                    <a:pt x="696" y="257"/>
                    <a:pt x="711" y="262"/>
                    <a:pt x="711" y="280"/>
                  </a:cubicBezTo>
                  <a:cubicBezTo>
                    <a:pt x="711" y="299"/>
                    <a:pt x="696" y="309"/>
                    <a:pt x="675" y="309"/>
                  </a:cubicBezTo>
                  <a:cubicBezTo>
                    <a:pt x="663" y="309"/>
                    <a:pt x="651" y="306"/>
                    <a:pt x="644" y="300"/>
                  </a:cubicBezTo>
                  <a:cubicBezTo>
                    <a:pt x="644" y="283"/>
                    <a:pt x="644" y="283"/>
                    <a:pt x="644" y="283"/>
                  </a:cubicBezTo>
                  <a:cubicBezTo>
                    <a:pt x="645" y="283"/>
                    <a:pt x="645" y="283"/>
                    <a:pt x="645" y="283"/>
                  </a:cubicBezTo>
                  <a:cubicBezTo>
                    <a:pt x="653" y="291"/>
                    <a:pt x="664" y="294"/>
                    <a:pt x="675" y="294"/>
                  </a:cubicBezTo>
                  <a:cubicBezTo>
                    <a:pt x="685" y="294"/>
                    <a:pt x="694" y="290"/>
                    <a:pt x="694" y="282"/>
                  </a:cubicBezTo>
                  <a:cubicBezTo>
                    <a:pt x="694" y="274"/>
                    <a:pt x="687" y="272"/>
                    <a:pt x="672" y="267"/>
                  </a:cubicBezTo>
                  <a:cubicBezTo>
                    <a:pt x="659" y="263"/>
                    <a:pt x="644" y="258"/>
                    <a:pt x="644" y="240"/>
                  </a:cubicBezTo>
                  <a:cubicBezTo>
                    <a:pt x="644" y="223"/>
                    <a:pt x="659" y="212"/>
                    <a:pt x="678" y="212"/>
                  </a:cubicBezTo>
                  <a:cubicBezTo>
                    <a:pt x="689" y="212"/>
                    <a:pt x="699" y="214"/>
                    <a:pt x="706" y="220"/>
                  </a:cubicBezTo>
                  <a:cubicBezTo>
                    <a:pt x="706" y="236"/>
                    <a:pt x="706" y="236"/>
                    <a:pt x="706" y="236"/>
                  </a:cubicBezTo>
                  <a:cubicBezTo>
                    <a:pt x="706" y="236"/>
                    <a:pt x="706" y="236"/>
                    <a:pt x="706" y="236"/>
                  </a:cubicBezTo>
                  <a:cubicBezTo>
                    <a:pt x="698" y="230"/>
                    <a:pt x="689" y="227"/>
                    <a:pt x="678" y="227"/>
                  </a:cubicBezTo>
                  <a:cubicBezTo>
                    <a:pt x="667" y="227"/>
                    <a:pt x="661" y="232"/>
                    <a:pt x="661" y="238"/>
                  </a:cubicBezTo>
                  <a:cubicBezTo>
                    <a:pt x="661" y="246"/>
                    <a:pt x="668" y="248"/>
                    <a:pt x="683" y="252"/>
                  </a:cubicBezTo>
                  <a:close/>
                  <a:moveTo>
                    <a:pt x="772" y="309"/>
                  </a:moveTo>
                  <a:cubicBezTo>
                    <a:pt x="745" y="309"/>
                    <a:pt x="726" y="290"/>
                    <a:pt x="726" y="261"/>
                  </a:cubicBezTo>
                  <a:cubicBezTo>
                    <a:pt x="726" y="232"/>
                    <a:pt x="744" y="212"/>
                    <a:pt x="769" y="212"/>
                  </a:cubicBezTo>
                  <a:cubicBezTo>
                    <a:pt x="794" y="212"/>
                    <a:pt x="807" y="230"/>
                    <a:pt x="807" y="258"/>
                  </a:cubicBezTo>
                  <a:cubicBezTo>
                    <a:pt x="807" y="266"/>
                    <a:pt x="807" y="266"/>
                    <a:pt x="807" y="266"/>
                  </a:cubicBezTo>
                  <a:cubicBezTo>
                    <a:pt x="744" y="266"/>
                    <a:pt x="744" y="266"/>
                    <a:pt x="744" y="266"/>
                  </a:cubicBezTo>
                  <a:cubicBezTo>
                    <a:pt x="746" y="284"/>
                    <a:pt x="758" y="293"/>
                    <a:pt x="774" y="293"/>
                  </a:cubicBezTo>
                  <a:cubicBezTo>
                    <a:pt x="785" y="293"/>
                    <a:pt x="792" y="291"/>
                    <a:pt x="800" y="285"/>
                  </a:cubicBezTo>
                  <a:cubicBezTo>
                    <a:pt x="801" y="285"/>
                    <a:pt x="801" y="285"/>
                    <a:pt x="801" y="285"/>
                  </a:cubicBezTo>
                  <a:cubicBezTo>
                    <a:pt x="801" y="300"/>
                    <a:pt x="801" y="300"/>
                    <a:pt x="801" y="300"/>
                  </a:cubicBezTo>
                  <a:cubicBezTo>
                    <a:pt x="793" y="306"/>
                    <a:pt x="783" y="309"/>
                    <a:pt x="772" y="309"/>
                  </a:cubicBezTo>
                  <a:close/>
                  <a:moveTo>
                    <a:pt x="744" y="251"/>
                  </a:moveTo>
                  <a:cubicBezTo>
                    <a:pt x="791" y="251"/>
                    <a:pt x="791" y="251"/>
                    <a:pt x="791" y="251"/>
                  </a:cubicBezTo>
                  <a:cubicBezTo>
                    <a:pt x="790" y="237"/>
                    <a:pt x="783" y="227"/>
                    <a:pt x="769" y="227"/>
                  </a:cubicBezTo>
                  <a:cubicBezTo>
                    <a:pt x="756" y="227"/>
                    <a:pt x="747" y="237"/>
                    <a:pt x="744" y="2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09865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Dark Picture">
    <p:bg bwMode="lt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10393" y="2209800"/>
            <a:ext cx="8229600" cy="1905000"/>
          </a:xfrm>
        </p:spPr>
        <p:txBody>
          <a:bodyPr anchor="b"/>
          <a:lstStyle>
            <a:lvl1pPr>
              <a:lnSpc>
                <a:spcPct val="80000"/>
              </a:lnSpc>
              <a:defRPr sz="6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8013" y="4267200"/>
            <a:ext cx="8229600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6423" y="5821835"/>
            <a:ext cx="5489578" cy="33921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t>Click to add date</a:t>
            </a:r>
          </a:p>
        </p:txBody>
      </p:sp>
      <p:grpSp>
        <p:nvGrpSpPr>
          <p:cNvPr id="7" name="Group 6"/>
          <p:cNvGrpSpPr/>
          <p:nvPr/>
        </p:nvGrpSpPr>
        <p:grpSpPr bwMode="black">
          <a:xfrm>
            <a:off x="606423" y="456997"/>
            <a:ext cx="3027151" cy="1219403"/>
            <a:chOff x="3578225" y="1146175"/>
            <a:chExt cx="5038725" cy="2111375"/>
          </a:xfrm>
          <a:solidFill>
            <a:schemeClr val="tx1"/>
          </a:solidFill>
        </p:grpSpPr>
        <p:sp>
          <p:nvSpPr>
            <p:cNvPr id="8" name="Freeform 5"/>
            <p:cNvSpPr>
              <a:spLocks noEditPoints="1"/>
            </p:cNvSpPr>
            <p:nvPr/>
          </p:nvSpPr>
          <p:spPr bwMode="black">
            <a:xfrm>
              <a:off x="3578225" y="1146175"/>
              <a:ext cx="1725613" cy="498475"/>
            </a:xfrm>
            <a:custGeom>
              <a:avLst/>
              <a:gdLst>
                <a:gd name="T0" fmla="*/ 0 w 1087"/>
                <a:gd name="T1" fmla="*/ 0 h 314"/>
                <a:gd name="T2" fmla="*/ 0 w 1087"/>
                <a:gd name="T3" fmla="*/ 314 h 314"/>
                <a:gd name="T4" fmla="*/ 0 w 1087"/>
                <a:gd name="T5" fmla="*/ 314 h 314"/>
                <a:gd name="T6" fmla="*/ 1087 w 1087"/>
                <a:gd name="T7" fmla="*/ 314 h 314"/>
                <a:gd name="T8" fmla="*/ 1087 w 1087"/>
                <a:gd name="T9" fmla="*/ 0 h 314"/>
                <a:gd name="T10" fmla="*/ 0 w 1087"/>
                <a:gd name="T11" fmla="*/ 0 h 314"/>
                <a:gd name="T12" fmla="*/ 1018 w 1087"/>
                <a:gd name="T13" fmla="*/ 245 h 314"/>
                <a:gd name="T14" fmla="*/ 69 w 1087"/>
                <a:gd name="T15" fmla="*/ 245 h 314"/>
                <a:gd name="T16" fmla="*/ 69 w 1087"/>
                <a:gd name="T17" fmla="*/ 69 h 314"/>
                <a:gd name="T18" fmla="*/ 1018 w 1087"/>
                <a:gd name="T19" fmla="*/ 69 h 314"/>
                <a:gd name="T20" fmla="*/ 1018 w 1087"/>
                <a:gd name="T21" fmla="*/ 245 h 314"/>
                <a:gd name="T22" fmla="*/ 1018 w 1087"/>
                <a:gd name="T23" fmla="*/ 245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87" h="314">
                  <a:moveTo>
                    <a:pt x="0" y="0"/>
                  </a:moveTo>
                  <a:lnTo>
                    <a:pt x="0" y="314"/>
                  </a:lnTo>
                  <a:lnTo>
                    <a:pt x="0" y="314"/>
                  </a:lnTo>
                  <a:lnTo>
                    <a:pt x="1087" y="314"/>
                  </a:lnTo>
                  <a:lnTo>
                    <a:pt x="1087" y="0"/>
                  </a:lnTo>
                  <a:lnTo>
                    <a:pt x="0" y="0"/>
                  </a:lnTo>
                  <a:close/>
                  <a:moveTo>
                    <a:pt x="1018" y="245"/>
                  </a:moveTo>
                  <a:lnTo>
                    <a:pt x="69" y="245"/>
                  </a:lnTo>
                  <a:lnTo>
                    <a:pt x="69" y="69"/>
                  </a:lnTo>
                  <a:lnTo>
                    <a:pt x="1018" y="69"/>
                  </a:lnTo>
                  <a:lnTo>
                    <a:pt x="1018" y="245"/>
                  </a:lnTo>
                  <a:lnTo>
                    <a:pt x="1018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" name="Freeform 6"/>
            <p:cNvSpPr>
              <a:spLocks noEditPoints="1"/>
            </p:cNvSpPr>
            <p:nvPr/>
          </p:nvSpPr>
          <p:spPr bwMode="black">
            <a:xfrm>
              <a:off x="3578225" y="1968500"/>
              <a:ext cx="5038725" cy="1289050"/>
            </a:xfrm>
            <a:custGeom>
              <a:avLst/>
              <a:gdLst>
                <a:gd name="T0" fmla="*/ 80 w 1341"/>
                <a:gd name="T1" fmla="*/ 52 h 342"/>
                <a:gd name="T2" fmla="*/ 29 w 1341"/>
                <a:gd name="T3" fmla="*/ 77 h 342"/>
                <a:gd name="T4" fmla="*/ 212 w 1341"/>
                <a:gd name="T5" fmla="*/ 93 h 342"/>
                <a:gd name="T6" fmla="*/ 174 w 1341"/>
                <a:gd name="T7" fmla="*/ 134 h 342"/>
                <a:gd name="T8" fmla="*/ 272 w 1341"/>
                <a:gd name="T9" fmla="*/ 132 h 342"/>
                <a:gd name="T10" fmla="*/ 276 w 1341"/>
                <a:gd name="T11" fmla="*/ 38 h 342"/>
                <a:gd name="T12" fmla="*/ 327 w 1341"/>
                <a:gd name="T13" fmla="*/ 132 h 342"/>
                <a:gd name="T14" fmla="*/ 398 w 1341"/>
                <a:gd name="T15" fmla="*/ 0 h 342"/>
                <a:gd name="T16" fmla="*/ 402 w 1341"/>
                <a:gd name="T17" fmla="*/ 134 h 342"/>
                <a:gd name="T18" fmla="*/ 448 w 1341"/>
                <a:gd name="T19" fmla="*/ 93 h 342"/>
                <a:gd name="T20" fmla="*/ 448 w 1341"/>
                <a:gd name="T21" fmla="*/ 74 h 342"/>
                <a:gd name="T22" fmla="*/ 642 w 1341"/>
                <a:gd name="T23" fmla="*/ 60 h 342"/>
                <a:gd name="T24" fmla="*/ 642 w 1341"/>
                <a:gd name="T25" fmla="*/ 131 h 342"/>
                <a:gd name="T26" fmla="*/ 570 w 1341"/>
                <a:gd name="T27" fmla="*/ 111 h 342"/>
                <a:gd name="T28" fmla="*/ 530 w 1341"/>
                <a:gd name="T29" fmla="*/ 60 h 342"/>
                <a:gd name="T30" fmla="*/ 558 w 1341"/>
                <a:gd name="T31" fmla="*/ 38 h 342"/>
                <a:gd name="T32" fmla="*/ 738 w 1341"/>
                <a:gd name="T33" fmla="*/ 89 h 342"/>
                <a:gd name="T34" fmla="*/ 787 w 1341"/>
                <a:gd name="T35" fmla="*/ 45 h 342"/>
                <a:gd name="T36" fmla="*/ 736 w 1341"/>
                <a:gd name="T37" fmla="*/ 65 h 342"/>
                <a:gd name="T38" fmla="*/ 848 w 1341"/>
                <a:gd name="T39" fmla="*/ 73 h 342"/>
                <a:gd name="T40" fmla="*/ 876 w 1341"/>
                <a:gd name="T41" fmla="*/ 73 h 342"/>
                <a:gd name="T42" fmla="*/ 833 w 1341"/>
                <a:gd name="T43" fmla="*/ 91 h 342"/>
                <a:gd name="T44" fmla="*/ 965 w 1341"/>
                <a:gd name="T45" fmla="*/ 43 h 342"/>
                <a:gd name="T46" fmla="*/ 964 w 1341"/>
                <a:gd name="T47" fmla="*/ 103 h 342"/>
                <a:gd name="T48" fmla="*/ 1010 w 1341"/>
                <a:gd name="T49" fmla="*/ 132 h 342"/>
                <a:gd name="T50" fmla="*/ 1070 w 1341"/>
                <a:gd name="T51" fmla="*/ 38 h 342"/>
                <a:gd name="T52" fmla="*/ 1010 w 1341"/>
                <a:gd name="T53" fmla="*/ 89 h 342"/>
                <a:gd name="T54" fmla="*/ 1133 w 1341"/>
                <a:gd name="T55" fmla="*/ 73 h 342"/>
                <a:gd name="T56" fmla="*/ 1160 w 1341"/>
                <a:gd name="T57" fmla="*/ 73 h 342"/>
                <a:gd name="T58" fmla="*/ 1117 w 1341"/>
                <a:gd name="T59" fmla="*/ 91 h 342"/>
                <a:gd name="T60" fmla="*/ 1239 w 1341"/>
                <a:gd name="T61" fmla="*/ 39 h 342"/>
                <a:gd name="T62" fmla="*/ 1180 w 1341"/>
                <a:gd name="T63" fmla="*/ 132 h 342"/>
                <a:gd name="T64" fmla="*/ 1246 w 1341"/>
                <a:gd name="T65" fmla="*/ 85 h 342"/>
                <a:gd name="T66" fmla="*/ 1314 w 1341"/>
                <a:gd name="T67" fmla="*/ 132 h 342"/>
                <a:gd name="T68" fmla="*/ 1295 w 1341"/>
                <a:gd name="T69" fmla="*/ 110 h 342"/>
                <a:gd name="T70" fmla="*/ 18 w 1341"/>
                <a:gd name="T71" fmla="*/ 231 h 342"/>
                <a:gd name="T72" fmla="*/ 81 w 1341"/>
                <a:gd name="T73" fmla="*/ 307 h 342"/>
                <a:gd name="T74" fmla="*/ 164 w 1341"/>
                <a:gd name="T75" fmla="*/ 307 h 342"/>
                <a:gd name="T76" fmla="*/ 103 w 1341"/>
                <a:gd name="T77" fmla="*/ 214 h 342"/>
                <a:gd name="T78" fmla="*/ 252 w 1341"/>
                <a:gd name="T79" fmla="*/ 229 h 342"/>
                <a:gd name="T80" fmla="*/ 252 w 1341"/>
                <a:gd name="T81" fmla="*/ 307 h 342"/>
                <a:gd name="T82" fmla="*/ 211 w 1341"/>
                <a:gd name="T83" fmla="*/ 214 h 342"/>
                <a:gd name="T84" fmla="*/ 305 w 1341"/>
                <a:gd name="T85" fmla="*/ 212 h 342"/>
                <a:gd name="T86" fmla="*/ 338 w 1341"/>
                <a:gd name="T87" fmla="*/ 285 h 342"/>
                <a:gd name="T88" fmla="*/ 281 w 1341"/>
                <a:gd name="T89" fmla="*/ 251 h 342"/>
                <a:gd name="T90" fmla="*/ 403 w 1341"/>
                <a:gd name="T91" fmla="*/ 229 h 342"/>
                <a:gd name="T92" fmla="*/ 382 w 1341"/>
                <a:gd name="T93" fmla="*/ 228 h 342"/>
                <a:gd name="T94" fmla="*/ 430 w 1341"/>
                <a:gd name="T95" fmla="*/ 342 h 342"/>
                <a:gd name="T96" fmla="*/ 498 w 1341"/>
                <a:gd name="T97" fmla="*/ 260 h 342"/>
                <a:gd name="T98" fmla="*/ 577 w 1341"/>
                <a:gd name="T99" fmla="*/ 212 h 342"/>
                <a:gd name="T100" fmla="*/ 554 w 1341"/>
                <a:gd name="T101" fmla="*/ 307 h 342"/>
                <a:gd name="T102" fmla="*/ 623 w 1341"/>
                <a:gd name="T103" fmla="*/ 187 h 342"/>
                <a:gd name="T104" fmla="*/ 621 w 1341"/>
                <a:gd name="T105" fmla="*/ 307 h 342"/>
                <a:gd name="T106" fmla="*/ 644 w 1341"/>
                <a:gd name="T107" fmla="*/ 300 h 342"/>
                <a:gd name="T108" fmla="*/ 644 w 1341"/>
                <a:gd name="T109" fmla="*/ 240 h 342"/>
                <a:gd name="T110" fmla="*/ 661 w 1341"/>
                <a:gd name="T111" fmla="*/ 238 h 342"/>
                <a:gd name="T112" fmla="*/ 807 w 1341"/>
                <a:gd name="T113" fmla="*/ 266 h 342"/>
                <a:gd name="T114" fmla="*/ 772 w 1341"/>
                <a:gd name="T115" fmla="*/ 309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341" h="342">
                  <a:moveTo>
                    <a:pt x="29" y="132"/>
                  </a:moveTo>
                  <a:cubicBezTo>
                    <a:pt x="0" y="132"/>
                    <a:pt x="0" y="132"/>
                    <a:pt x="0" y="13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80" y="52"/>
                    <a:pt x="80" y="52"/>
                    <a:pt x="80" y="52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09" y="132"/>
                    <a:pt x="109" y="132"/>
                    <a:pt x="109" y="132"/>
                  </a:cubicBezTo>
                  <a:cubicBezTo>
                    <a:pt x="80" y="132"/>
                    <a:pt x="80" y="132"/>
                    <a:pt x="80" y="132"/>
                  </a:cubicBezTo>
                  <a:cubicBezTo>
                    <a:pt x="80" y="77"/>
                    <a:pt x="80" y="77"/>
                    <a:pt x="80" y="77"/>
                  </a:cubicBezTo>
                  <a:cubicBezTo>
                    <a:pt x="29" y="77"/>
                    <a:pt x="29" y="77"/>
                    <a:pt x="29" y="77"/>
                  </a:cubicBezTo>
                  <a:lnTo>
                    <a:pt x="29" y="132"/>
                  </a:lnTo>
                  <a:close/>
                  <a:moveTo>
                    <a:pt x="174" y="134"/>
                  </a:moveTo>
                  <a:cubicBezTo>
                    <a:pt x="145" y="134"/>
                    <a:pt x="125" y="116"/>
                    <a:pt x="125" y="85"/>
                  </a:cubicBezTo>
                  <a:cubicBezTo>
                    <a:pt x="125" y="56"/>
                    <a:pt x="144" y="36"/>
                    <a:pt x="170" y="36"/>
                  </a:cubicBezTo>
                  <a:cubicBezTo>
                    <a:pt x="198" y="36"/>
                    <a:pt x="212" y="55"/>
                    <a:pt x="212" y="83"/>
                  </a:cubicBezTo>
                  <a:cubicBezTo>
                    <a:pt x="212" y="93"/>
                    <a:pt x="212" y="93"/>
                    <a:pt x="212" y="93"/>
                  </a:cubicBezTo>
                  <a:cubicBezTo>
                    <a:pt x="152" y="93"/>
                    <a:pt x="152" y="93"/>
                    <a:pt x="152" y="93"/>
                  </a:cubicBezTo>
                  <a:cubicBezTo>
                    <a:pt x="155" y="108"/>
                    <a:pt x="167" y="112"/>
                    <a:pt x="178" y="112"/>
                  </a:cubicBezTo>
                  <a:cubicBezTo>
                    <a:pt x="188" y="112"/>
                    <a:pt x="195" y="110"/>
                    <a:pt x="204" y="104"/>
                  </a:cubicBezTo>
                  <a:cubicBezTo>
                    <a:pt x="205" y="104"/>
                    <a:pt x="205" y="104"/>
                    <a:pt x="205" y="104"/>
                  </a:cubicBezTo>
                  <a:cubicBezTo>
                    <a:pt x="205" y="126"/>
                    <a:pt x="205" y="126"/>
                    <a:pt x="205" y="126"/>
                  </a:cubicBezTo>
                  <a:cubicBezTo>
                    <a:pt x="198" y="131"/>
                    <a:pt x="187" y="134"/>
                    <a:pt x="174" y="134"/>
                  </a:cubicBezTo>
                  <a:close/>
                  <a:moveTo>
                    <a:pt x="152" y="74"/>
                  </a:moveTo>
                  <a:cubicBezTo>
                    <a:pt x="186" y="74"/>
                    <a:pt x="186" y="74"/>
                    <a:pt x="186" y="74"/>
                  </a:cubicBezTo>
                  <a:cubicBezTo>
                    <a:pt x="186" y="64"/>
                    <a:pt x="182" y="58"/>
                    <a:pt x="170" y="58"/>
                  </a:cubicBezTo>
                  <a:cubicBezTo>
                    <a:pt x="162" y="58"/>
                    <a:pt x="155" y="61"/>
                    <a:pt x="152" y="74"/>
                  </a:cubicBezTo>
                  <a:close/>
                  <a:moveTo>
                    <a:pt x="287" y="77"/>
                  </a:moveTo>
                  <a:cubicBezTo>
                    <a:pt x="272" y="132"/>
                    <a:pt x="272" y="132"/>
                    <a:pt x="272" y="132"/>
                  </a:cubicBezTo>
                  <a:cubicBezTo>
                    <a:pt x="247" y="132"/>
                    <a:pt x="247" y="132"/>
                    <a:pt x="247" y="132"/>
                  </a:cubicBezTo>
                  <a:cubicBezTo>
                    <a:pt x="218" y="39"/>
                    <a:pt x="218" y="39"/>
                    <a:pt x="218" y="39"/>
                  </a:cubicBezTo>
                  <a:cubicBezTo>
                    <a:pt x="218" y="38"/>
                    <a:pt x="218" y="38"/>
                    <a:pt x="218" y="38"/>
                  </a:cubicBezTo>
                  <a:cubicBezTo>
                    <a:pt x="246" y="38"/>
                    <a:pt x="246" y="38"/>
                    <a:pt x="246" y="38"/>
                  </a:cubicBezTo>
                  <a:cubicBezTo>
                    <a:pt x="261" y="93"/>
                    <a:pt x="261" y="93"/>
                    <a:pt x="261" y="93"/>
                  </a:cubicBezTo>
                  <a:cubicBezTo>
                    <a:pt x="276" y="38"/>
                    <a:pt x="276" y="38"/>
                    <a:pt x="276" y="38"/>
                  </a:cubicBezTo>
                  <a:cubicBezTo>
                    <a:pt x="298" y="38"/>
                    <a:pt x="298" y="38"/>
                    <a:pt x="298" y="38"/>
                  </a:cubicBezTo>
                  <a:cubicBezTo>
                    <a:pt x="313" y="93"/>
                    <a:pt x="313" y="93"/>
                    <a:pt x="313" y="93"/>
                  </a:cubicBezTo>
                  <a:cubicBezTo>
                    <a:pt x="329" y="38"/>
                    <a:pt x="329" y="38"/>
                    <a:pt x="329" y="38"/>
                  </a:cubicBezTo>
                  <a:cubicBezTo>
                    <a:pt x="355" y="38"/>
                    <a:pt x="355" y="38"/>
                    <a:pt x="355" y="38"/>
                  </a:cubicBezTo>
                  <a:cubicBezTo>
                    <a:pt x="355" y="39"/>
                    <a:pt x="355" y="39"/>
                    <a:pt x="355" y="39"/>
                  </a:cubicBezTo>
                  <a:cubicBezTo>
                    <a:pt x="327" y="132"/>
                    <a:pt x="327" y="132"/>
                    <a:pt x="327" y="132"/>
                  </a:cubicBezTo>
                  <a:cubicBezTo>
                    <a:pt x="302" y="132"/>
                    <a:pt x="302" y="132"/>
                    <a:pt x="302" y="132"/>
                  </a:cubicBezTo>
                  <a:lnTo>
                    <a:pt x="287" y="77"/>
                  </a:lnTo>
                  <a:close/>
                  <a:moveTo>
                    <a:pt x="402" y="134"/>
                  </a:moveTo>
                  <a:cubicBezTo>
                    <a:pt x="379" y="134"/>
                    <a:pt x="370" y="125"/>
                    <a:pt x="370" y="104"/>
                  </a:cubicBezTo>
                  <a:cubicBezTo>
                    <a:pt x="370" y="0"/>
                    <a:pt x="370" y="0"/>
                    <a:pt x="370" y="0"/>
                  </a:cubicBezTo>
                  <a:cubicBezTo>
                    <a:pt x="398" y="0"/>
                    <a:pt x="398" y="0"/>
                    <a:pt x="398" y="0"/>
                  </a:cubicBezTo>
                  <a:cubicBezTo>
                    <a:pt x="398" y="102"/>
                    <a:pt x="398" y="102"/>
                    <a:pt x="398" y="102"/>
                  </a:cubicBezTo>
                  <a:cubicBezTo>
                    <a:pt x="398" y="108"/>
                    <a:pt x="400" y="111"/>
                    <a:pt x="406" y="111"/>
                  </a:cubicBezTo>
                  <a:cubicBezTo>
                    <a:pt x="408" y="111"/>
                    <a:pt x="410" y="110"/>
                    <a:pt x="412" y="109"/>
                  </a:cubicBezTo>
                  <a:cubicBezTo>
                    <a:pt x="413" y="109"/>
                    <a:pt x="413" y="109"/>
                    <a:pt x="413" y="109"/>
                  </a:cubicBezTo>
                  <a:cubicBezTo>
                    <a:pt x="413" y="132"/>
                    <a:pt x="413" y="132"/>
                    <a:pt x="413" y="132"/>
                  </a:cubicBezTo>
                  <a:cubicBezTo>
                    <a:pt x="410" y="133"/>
                    <a:pt x="406" y="134"/>
                    <a:pt x="402" y="134"/>
                  </a:cubicBezTo>
                  <a:close/>
                  <a:moveTo>
                    <a:pt x="469" y="134"/>
                  </a:moveTo>
                  <a:cubicBezTo>
                    <a:pt x="440" y="134"/>
                    <a:pt x="420" y="116"/>
                    <a:pt x="420" y="85"/>
                  </a:cubicBezTo>
                  <a:cubicBezTo>
                    <a:pt x="420" y="56"/>
                    <a:pt x="440" y="36"/>
                    <a:pt x="465" y="36"/>
                  </a:cubicBezTo>
                  <a:cubicBezTo>
                    <a:pt x="494" y="36"/>
                    <a:pt x="507" y="55"/>
                    <a:pt x="507" y="83"/>
                  </a:cubicBezTo>
                  <a:cubicBezTo>
                    <a:pt x="507" y="93"/>
                    <a:pt x="507" y="93"/>
                    <a:pt x="507" y="93"/>
                  </a:cubicBezTo>
                  <a:cubicBezTo>
                    <a:pt x="448" y="93"/>
                    <a:pt x="448" y="93"/>
                    <a:pt x="448" y="93"/>
                  </a:cubicBezTo>
                  <a:cubicBezTo>
                    <a:pt x="451" y="108"/>
                    <a:pt x="462" y="112"/>
                    <a:pt x="474" y="112"/>
                  </a:cubicBezTo>
                  <a:cubicBezTo>
                    <a:pt x="484" y="112"/>
                    <a:pt x="491" y="110"/>
                    <a:pt x="500" y="104"/>
                  </a:cubicBezTo>
                  <a:cubicBezTo>
                    <a:pt x="501" y="104"/>
                    <a:pt x="501" y="104"/>
                    <a:pt x="501" y="104"/>
                  </a:cubicBezTo>
                  <a:cubicBezTo>
                    <a:pt x="501" y="126"/>
                    <a:pt x="501" y="126"/>
                    <a:pt x="501" y="126"/>
                  </a:cubicBezTo>
                  <a:cubicBezTo>
                    <a:pt x="493" y="131"/>
                    <a:pt x="482" y="134"/>
                    <a:pt x="469" y="134"/>
                  </a:cubicBezTo>
                  <a:close/>
                  <a:moveTo>
                    <a:pt x="448" y="74"/>
                  </a:moveTo>
                  <a:cubicBezTo>
                    <a:pt x="482" y="74"/>
                    <a:pt x="482" y="74"/>
                    <a:pt x="482" y="74"/>
                  </a:cubicBezTo>
                  <a:cubicBezTo>
                    <a:pt x="481" y="64"/>
                    <a:pt x="477" y="58"/>
                    <a:pt x="466" y="58"/>
                  </a:cubicBezTo>
                  <a:cubicBezTo>
                    <a:pt x="457" y="58"/>
                    <a:pt x="450" y="61"/>
                    <a:pt x="448" y="74"/>
                  </a:cubicBezTo>
                  <a:close/>
                  <a:moveTo>
                    <a:pt x="622" y="38"/>
                  </a:moveTo>
                  <a:cubicBezTo>
                    <a:pt x="642" y="38"/>
                    <a:pt x="642" y="38"/>
                    <a:pt x="642" y="38"/>
                  </a:cubicBezTo>
                  <a:cubicBezTo>
                    <a:pt x="642" y="60"/>
                    <a:pt x="642" y="60"/>
                    <a:pt x="642" y="60"/>
                  </a:cubicBezTo>
                  <a:cubicBezTo>
                    <a:pt x="622" y="60"/>
                    <a:pt x="622" y="60"/>
                    <a:pt x="622" y="60"/>
                  </a:cubicBezTo>
                  <a:cubicBezTo>
                    <a:pt x="622" y="99"/>
                    <a:pt x="622" y="99"/>
                    <a:pt x="622" y="99"/>
                  </a:cubicBezTo>
                  <a:cubicBezTo>
                    <a:pt x="622" y="107"/>
                    <a:pt x="625" y="111"/>
                    <a:pt x="633" y="111"/>
                  </a:cubicBezTo>
                  <a:cubicBezTo>
                    <a:pt x="636" y="111"/>
                    <a:pt x="639" y="110"/>
                    <a:pt x="642" y="109"/>
                  </a:cubicBezTo>
                  <a:cubicBezTo>
                    <a:pt x="642" y="109"/>
                    <a:pt x="642" y="109"/>
                    <a:pt x="642" y="109"/>
                  </a:cubicBezTo>
                  <a:cubicBezTo>
                    <a:pt x="642" y="131"/>
                    <a:pt x="642" y="131"/>
                    <a:pt x="642" y="131"/>
                  </a:cubicBezTo>
                  <a:cubicBezTo>
                    <a:pt x="639" y="132"/>
                    <a:pt x="633" y="134"/>
                    <a:pt x="625" y="134"/>
                  </a:cubicBezTo>
                  <a:cubicBezTo>
                    <a:pt x="603" y="134"/>
                    <a:pt x="594" y="124"/>
                    <a:pt x="594" y="100"/>
                  </a:cubicBezTo>
                  <a:cubicBezTo>
                    <a:pt x="594" y="60"/>
                    <a:pt x="594" y="60"/>
                    <a:pt x="594" y="60"/>
                  </a:cubicBezTo>
                  <a:cubicBezTo>
                    <a:pt x="558" y="60"/>
                    <a:pt x="558" y="60"/>
                    <a:pt x="558" y="60"/>
                  </a:cubicBezTo>
                  <a:cubicBezTo>
                    <a:pt x="558" y="99"/>
                    <a:pt x="558" y="99"/>
                    <a:pt x="558" y="99"/>
                  </a:cubicBezTo>
                  <a:cubicBezTo>
                    <a:pt x="558" y="107"/>
                    <a:pt x="561" y="111"/>
                    <a:pt x="570" y="111"/>
                  </a:cubicBezTo>
                  <a:cubicBezTo>
                    <a:pt x="572" y="111"/>
                    <a:pt x="575" y="110"/>
                    <a:pt x="578" y="109"/>
                  </a:cubicBezTo>
                  <a:cubicBezTo>
                    <a:pt x="579" y="109"/>
                    <a:pt x="579" y="109"/>
                    <a:pt x="579" y="109"/>
                  </a:cubicBezTo>
                  <a:cubicBezTo>
                    <a:pt x="579" y="131"/>
                    <a:pt x="579" y="131"/>
                    <a:pt x="579" y="131"/>
                  </a:cubicBezTo>
                  <a:cubicBezTo>
                    <a:pt x="575" y="132"/>
                    <a:pt x="570" y="134"/>
                    <a:pt x="562" y="134"/>
                  </a:cubicBezTo>
                  <a:cubicBezTo>
                    <a:pt x="539" y="134"/>
                    <a:pt x="530" y="124"/>
                    <a:pt x="530" y="100"/>
                  </a:cubicBezTo>
                  <a:cubicBezTo>
                    <a:pt x="530" y="60"/>
                    <a:pt x="530" y="60"/>
                    <a:pt x="530" y="60"/>
                  </a:cubicBezTo>
                  <a:cubicBezTo>
                    <a:pt x="516" y="60"/>
                    <a:pt x="516" y="60"/>
                    <a:pt x="516" y="60"/>
                  </a:cubicBezTo>
                  <a:cubicBezTo>
                    <a:pt x="516" y="38"/>
                    <a:pt x="516" y="38"/>
                    <a:pt x="516" y="38"/>
                  </a:cubicBezTo>
                  <a:cubicBezTo>
                    <a:pt x="530" y="38"/>
                    <a:pt x="530" y="38"/>
                    <a:pt x="530" y="38"/>
                  </a:cubicBezTo>
                  <a:cubicBezTo>
                    <a:pt x="530" y="12"/>
                    <a:pt x="530" y="12"/>
                    <a:pt x="530" y="12"/>
                  </a:cubicBezTo>
                  <a:cubicBezTo>
                    <a:pt x="558" y="12"/>
                    <a:pt x="558" y="12"/>
                    <a:pt x="558" y="12"/>
                  </a:cubicBezTo>
                  <a:cubicBezTo>
                    <a:pt x="558" y="38"/>
                    <a:pt x="558" y="38"/>
                    <a:pt x="558" y="38"/>
                  </a:cubicBezTo>
                  <a:cubicBezTo>
                    <a:pt x="594" y="38"/>
                    <a:pt x="594" y="38"/>
                    <a:pt x="594" y="38"/>
                  </a:cubicBezTo>
                  <a:cubicBezTo>
                    <a:pt x="594" y="12"/>
                    <a:pt x="594" y="12"/>
                    <a:pt x="594" y="12"/>
                  </a:cubicBezTo>
                  <a:cubicBezTo>
                    <a:pt x="622" y="12"/>
                    <a:pt x="622" y="12"/>
                    <a:pt x="622" y="12"/>
                  </a:cubicBezTo>
                  <a:cubicBezTo>
                    <a:pt x="622" y="38"/>
                    <a:pt x="622" y="38"/>
                    <a:pt x="622" y="38"/>
                  </a:cubicBezTo>
                  <a:close/>
                  <a:moveTo>
                    <a:pt x="787" y="45"/>
                  </a:moveTo>
                  <a:cubicBezTo>
                    <a:pt x="787" y="73"/>
                    <a:pt x="768" y="89"/>
                    <a:pt x="738" y="89"/>
                  </a:cubicBezTo>
                  <a:cubicBezTo>
                    <a:pt x="718" y="89"/>
                    <a:pt x="718" y="89"/>
                    <a:pt x="718" y="89"/>
                  </a:cubicBezTo>
                  <a:cubicBezTo>
                    <a:pt x="718" y="132"/>
                    <a:pt x="718" y="132"/>
                    <a:pt x="718" y="132"/>
                  </a:cubicBezTo>
                  <a:cubicBezTo>
                    <a:pt x="689" y="132"/>
                    <a:pt x="689" y="132"/>
                    <a:pt x="689" y="132"/>
                  </a:cubicBezTo>
                  <a:cubicBezTo>
                    <a:pt x="689" y="0"/>
                    <a:pt x="689" y="0"/>
                    <a:pt x="689" y="0"/>
                  </a:cubicBezTo>
                  <a:cubicBezTo>
                    <a:pt x="738" y="0"/>
                    <a:pt x="738" y="0"/>
                    <a:pt x="738" y="0"/>
                  </a:cubicBezTo>
                  <a:cubicBezTo>
                    <a:pt x="768" y="0"/>
                    <a:pt x="787" y="16"/>
                    <a:pt x="787" y="45"/>
                  </a:cubicBezTo>
                  <a:close/>
                  <a:moveTo>
                    <a:pt x="736" y="65"/>
                  </a:moveTo>
                  <a:cubicBezTo>
                    <a:pt x="751" y="65"/>
                    <a:pt x="758" y="57"/>
                    <a:pt x="758" y="45"/>
                  </a:cubicBezTo>
                  <a:cubicBezTo>
                    <a:pt x="758" y="33"/>
                    <a:pt x="751" y="24"/>
                    <a:pt x="736" y="24"/>
                  </a:cubicBezTo>
                  <a:cubicBezTo>
                    <a:pt x="718" y="24"/>
                    <a:pt x="718" y="24"/>
                    <a:pt x="718" y="24"/>
                  </a:cubicBezTo>
                  <a:cubicBezTo>
                    <a:pt x="718" y="65"/>
                    <a:pt x="718" y="65"/>
                    <a:pt x="718" y="65"/>
                  </a:cubicBezTo>
                  <a:lnTo>
                    <a:pt x="736" y="65"/>
                  </a:lnTo>
                  <a:close/>
                  <a:moveTo>
                    <a:pt x="849" y="123"/>
                  </a:moveTo>
                  <a:cubicBezTo>
                    <a:pt x="843" y="130"/>
                    <a:pt x="834" y="134"/>
                    <a:pt x="824" y="134"/>
                  </a:cubicBezTo>
                  <a:cubicBezTo>
                    <a:pt x="806" y="134"/>
                    <a:pt x="791" y="122"/>
                    <a:pt x="791" y="103"/>
                  </a:cubicBezTo>
                  <a:cubicBezTo>
                    <a:pt x="791" y="84"/>
                    <a:pt x="806" y="72"/>
                    <a:pt x="827" y="72"/>
                  </a:cubicBezTo>
                  <a:cubicBezTo>
                    <a:pt x="834" y="72"/>
                    <a:pt x="841" y="73"/>
                    <a:pt x="848" y="75"/>
                  </a:cubicBezTo>
                  <a:cubicBezTo>
                    <a:pt x="848" y="73"/>
                    <a:pt x="848" y="73"/>
                    <a:pt x="848" y="73"/>
                  </a:cubicBezTo>
                  <a:cubicBezTo>
                    <a:pt x="848" y="63"/>
                    <a:pt x="842" y="59"/>
                    <a:pt x="827" y="59"/>
                  </a:cubicBezTo>
                  <a:cubicBezTo>
                    <a:pt x="818" y="59"/>
                    <a:pt x="809" y="62"/>
                    <a:pt x="801" y="66"/>
                  </a:cubicBezTo>
                  <a:cubicBezTo>
                    <a:pt x="800" y="66"/>
                    <a:pt x="800" y="66"/>
                    <a:pt x="800" y="66"/>
                  </a:cubicBezTo>
                  <a:cubicBezTo>
                    <a:pt x="800" y="44"/>
                    <a:pt x="800" y="44"/>
                    <a:pt x="800" y="44"/>
                  </a:cubicBezTo>
                  <a:cubicBezTo>
                    <a:pt x="807" y="40"/>
                    <a:pt x="820" y="36"/>
                    <a:pt x="832" y="36"/>
                  </a:cubicBezTo>
                  <a:cubicBezTo>
                    <a:pt x="860" y="36"/>
                    <a:pt x="876" y="49"/>
                    <a:pt x="876" y="73"/>
                  </a:cubicBezTo>
                  <a:cubicBezTo>
                    <a:pt x="876" y="132"/>
                    <a:pt x="876" y="132"/>
                    <a:pt x="876" y="132"/>
                  </a:cubicBezTo>
                  <a:cubicBezTo>
                    <a:pt x="849" y="132"/>
                    <a:pt x="849" y="132"/>
                    <a:pt x="849" y="132"/>
                  </a:cubicBezTo>
                  <a:cubicBezTo>
                    <a:pt x="849" y="123"/>
                    <a:pt x="849" y="123"/>
                    <a:pt x="849" y="123"/>
                  </a:cubicBezTo>
                  <a:close/>
                  <a:moveTo>
                    <a:pt x="848" y="102"/>
                  </a:moveTo>
                  <a:cubicBezTo>
                    <a:pt x="848" y="94"/>
                    <a:pt x="848" y="94"/>
                    <a:pt x="848" y="94"/>
                  </a:cubicBezTo>
                  <a:cubicBezTo>
                    <a:pt x="844" y="92"/>
                    <a:pt x="838" y="91"/>
                    <a:pt x="833" y="91"/>
                  </a:cubicBezTo>
                  <a:cubicBezTo>
                    <a:pt x="823" y="91"/>
                    <a:pt x="818" y="95"/>
                    <a:pt x="818" y="102"/>
                  </a:cubicBezTo>
                  <a:cubicBezTo>
                    <a:pt x="818" y="110"/>
                    <a:pt x="823" y="113"/>
                    <a:pt x="832" y="113"/>
                  </a:cubicBezTo>
                  <a:cubicBezTo>
                    <a:pt x="839" y="113"/>
                    <a:pt x="845" y="109"/>
                    <a:pt x="848" y="102"/>
                  </a:cubicBezTo>
                  <a:close/>
                  <a:moveTo>
                    <a:pt x="890" y="85"/>
                  </a:moveTo>
                  <a:cubicBezTo>
                    <a:pt x="890" y="55"/>
                    <a:pt x="911" y="36"/>
                    <a:pt x="939" y="36"/>
                  </a:cubicBezTo>
                  <a:cubicBezTo>
                    <a:pt x="949" y="36"/>
                    <a:pt x="958" y="38"/>
                    <a:pt x="965" y="43"/>
                  </a:cubicBezTo>
                  <a:cubicBezTo>
                    <a:pt x="965" y="67"/>
                    <a:pt x="965" y="67"/>
                    <a:pt x="965" y="67"/>
                  </a:cubicBezTo>
                  <a:cubicBezTo>
                    <a:pt x="964" y="67"/>
                    <a:pt x="964" y="67"/>
                    <a:pt x="964" y="67"/>
                  </a:cubicBezTo>
                  <a:cubicBezTo>
                    <a:pt x="958" y="62"/>
                    <a:pt x="951" y="60"/>
                    <a:pt x="943" y="60"/>
                  </a:cubicBezTo>
                  <a:cubicBezTo>
                    <a:pt x="929" y="60"/>
                    <a:pt x="918" y="69"/>
                    <a:pt x="918" y="85"/>
                  </a:cubicBezTo>
                  <a:cubicBezTo>
                    <a:pt x="918" y="101"/>
                    <a:pt x="929" y="110"/>
                    <a:pt x="943" y="110"/>
                  </a:cubicBezTo>
                  <a:cubicBezTo>
                    <a:pt x="951" y="110"/>
                    <a:pt x="958" y="108"/>
                    <a:pt x="964" y="103"/>
                  </a:cubicBezTo>
                  <a:cubicBezTo>
                    <a:pt x="965" y="103"/>
                    <a:pt x="965" y="103"/>
                    <a:pt x="965" y="103"/>
                  </a:cubicBezTo>
                  <a:cubicBezTo>
                    <a:pt x="965" y="127"/>
                    <a:pt x="965" y="127"/>
                    <a:pt x="965" y="127"/>
                  </a:cubicBezTo>
                  <a:cubicBezTo>
                    <a:pt x="958" y="132"/>
                    <a:pt x="949" y="134"/>
                    <a:pt x="939" y="134"/>
                  </a:cubicBezTo>
                  <a:cubicBezTo>
                    <a:pt x="911" y="134"/>
                    <a:pt x="890" y="115"/>
                    <a:pt x="890" y="85"/>
                  </a:cubicBezTo>
                  <a:close/>
                  <a:moveTo>
                    <a:pt x="1010" y="89"/>
                  </a:moveTo>
                  <a:cubicBezTo>
                    <a:pt x="1010" y="132"/>
                    <a:pt x="1010" y="132"/>
                    <a:pt x="1010" y="132"/>
                  </a:cubicBezTo>
                  <a:cubicBezTo>
                    <a:pt x="983" y="132"/>
                    <a:pt x="983" y="132"/>
                    <a:pt x="983" y="132"/>
                  </a:cubicBezTo>
                  <a:cubicBezTo>
                    <a:pt x="983" y="0"/>
                    <a:pt x="983" y="0"/>
                    <a:pt x="983" y="0"/>
                  </a:cubicBezTo>
                  <a:cubicBezTo>
                    <a:pt x="1010" y="0"/>
                    <a:pt x="1010" y="0"/>
                    <a:pt x="1010" y="0"/>
                  </a:cubicBezTo>
                  <a:cubicBezTo>
                    <a:pt x="1010" y="75"/>
                    <a:pt x="1010" y="75"/>
                    <a:pt x="1010" y="75"/>
                  </a:cubicBezTo>
                  <a:cubicBezTo>
                    <a:pt x="1039" y="38"/>
                    <a:pt x="1039" y="38"/>
                    <a:pt x="1039" y="38"/>
                  </a:cubicBezTo>
                  <a:cubicBezTo>
                    <a:pt x="1070" y="38"/>
                    <a:pt x="1070" y="38"/>
                    <a:pt x="1070" y="38"/>
                  </a:cubicBezTo>
                  <a:cubicBezTo>
                    <a:pt x="1070" y="39"/>
                    <a:pt x="1070" y="39"/>
                    <a:pt x="1070" y="39"/>
                  </a:cubicBezTo>
                  <a:cubicBezTo>
                    <a:pt x="1036" y="82"/>
                    <a:pt x="1036" y="82"/>
                    <a:pt x="1036" y="82"/>
                  </a:cubicBezTo>
                  <a:cubicBezTo>
                    <a:pt x="1070" y="131"/>
                    <a:pt x="1070" y="131"/>
                    <a:pt x="1070" y="131"/>
                  </a:cubicBezTo>
                  <a:cubicBezTo>
                    <a:pt x="1070" y="132"/>
                    <a:pt x="1070" y="132"/>
                    <a:pt x="1070" y="132"/>
                  </a:cubicBezTo>
                  <a:cubicBezTo>
                    <a:pt x="1038" y="132"/>
                    <a:pt x="1038" y="132"/>
                    <a:pt x="1038" y="132"/>
                  </a:cubicBezTo>
                  <a:lnTo>
                    <a:pt x="1010" y="89"/>
                  </a:lnTo>
                  <a:close/>
                  <a:moveTo>
                    <a:pt x="1133" y="123"/>
                  </a:moveTo>
                  <a:cubicBezTo>
                    <a:pt x="1127" y="130"/>
                    <a:pt x="1118" y="134"/>
                    <a:pt x="1108" y="134"/>
                  </a:cubicBezTo>
                  <a:cubicBezTo>
                    <a:pt x="1090" y="134"/>
                    <a:pt x="1075" y="122"/>
                    <a:pt x="1075" y="103"/>
                  </a:cubicBezTo>
                  <a:cubicBezTo>
                    <a:pt x="1075" y="84"/>
                    <a:pt x="1090" y="72"/>
                    <a:pt x="1112" y="72"/>
                  </a:cubicBezTo>
                  <a:cubicBezTo>
                    <a:pt x="1118" y="72"/>
                    <a:pt x="1125" y="73"/>
                    <a:pt x="1133" y="75"/>
                  </a:cubicBezTo>
                  <a:cubicBezTo>
                    <a:pt x="1133" y="73"/>
                    <a:pt x="1133" y="73"/>
                    <a:pt x="1133" y="73"/>
                  </a:cubicBezTo>
                  <a:cubicBezTo>
                    <a:pt x="1133" y="63"/>
                    <a:pt x="1127" y="59"/>
                    <a:pt x="1112" y="59"/>
                  </a:cubicBezTo>
                  <a:cubicBezTo>
                    <a:pt x="1102" y="59"/>
                    <a:pt x="1093" y="62"/>
                    <a:pt x="1086" y="66"/>
                  </a:cubicBezTo>
                  <a:cubicBezTo>
                    <a:pt x="1084" y="66"/>
                    <a:pt x="1084" y="66"/>
                    <a:pt x="1084" y="66"/>
                  </a:cubicBezTo>
                  <a:cubicBezTo>
                    <a:pt x="1084" y="44"/>
                    <a:pt x="1084" y="44"/>
                    <a:pt x="1084" y="44"/>
                  </a:cubicBezTo>
                  <a:cubicBezTo>
                    <a:pt x="1092" y="40"/>
                    <a:pt x="1104" y="36"/>
                    <a:pt x="1117" y="36"/>
                  </a:cubicBezTo>
                  <a:cubicBezTo>
                    <a:pt x="1145" y="36"/>
                    <a:pt x="1160" y="49"/>
                    <a:pt x="1160" y="73"/>
                  </a:cubicBezTo>
                  <a:cubicBezTo>
                    <a:pt x="1160" y="132"/>
                    <a:pt x="1160" y="132"/>
                    <a:pt x="1160" y="132"/>
                  </a:cubicBezTo>
                  <a:cubicBezTo>
                    <a:pt x="1133" y="132"/>
                    <a:pt x="1133" y="132"/>
                    <a:pt x="1133" y="132"/>
                  </a:cubicBezTo>
                  <a:cubicBezTo>
                    <a:pt x="1133" y="123"/>
                    <a:pt x="1133" y="123"/>
                    <a:pt x="1133" y="123"/>
                  </a:cubicBezTo>
                  <a:close/>
                  <a:moveTo>
                    <a:pt x="1133" y="102"/>
                  </a:moveTo>
                  <a:cubicBezTo>
                    <a:pt x="1133" y="94"/>
                    <a:pt x="1133" y="94"/>
                    <a:pt x="1133" y="94"/>
                  </a:cubicBezTo>
                  <a:cubicBezTo>
                    <a:pt x="1128" y="92"/>
                    <a:pt x="1123" y="91"/>
                    <a:pt x="1117" y="91"/>
                  </a:cubicBezTo>
                  <a:cubicBezTo>
                    <a:pt x="1108" y="91"/>
                    <a:pt x="1103" y="95"/>
                    <a:pt x="1103" y="102"/>
                  </a:cubicBezTo>
                  <a:cubicBezTo>
                    <a:pt x="1103" y="110"/>
                    <a:pt x="1108" y="113"/>
                    <a:pt x="1116" y="113"/>
                  </a:cubicBezTo>
                  <a:cubicBezTo>
                    <a:pt x="1124" y="113"/>
                    <a:pt x="1130" y="109"/>
                    <a:pt x="1133" y="102"/>
                  </a:cubicBezTo>
                  <a:close/>
                  <a:moveTo>
                    <a:pt x="1207" y="53"/>
                  </a:moveTo>
                  <a:cubicBezTo>
                    <a:pt x="1212" y="43"/>
                    <a:pt x="1220" y="37"/>
                    <a:pt x="1230" y="37"/>
                  </a:cubicBezTo>
                  <a:cubicBezTo>
                    <a:pt x="1234" y="37"/>
                    <a:pt x="1238" y="38"/>
                    <a:pt x="1239" y="39"/>
                  </a:cubicBezTo>
                  <a:cubicBezTo>
                    <a:pt x="1239" y="65"/>
                    <a:pt x="1239" y="65"/>
                    <a:pt x="1239" y="65"/>
                  </a:cubicBezTo>
                  <a:cubicBezTo>
                    <a:pt x="1238" y="65"/>
                    <a:pt x="1238" y="65"/>
                    <a:pt x="1238" y="65"/>
                  </a:cubicBezTo>
                  <a:cubicBezTo>
                    <a:pt x="1235" y="64"/>
                    <a:pt x="1231" y="63"/>
                    <a:pt x="1226" y="63"/>
                  </a:cubicBezTo>
                  <a:cubicBezTo>
                    <a:pt x="1217" y="63"/>
                    <a:pt x="1210" y="68"/>
                    <a:pt x="1208" y="78"/>
                  </a:cubicBezTo>
                  <a:cubicBezTo>
                    <a:pt x="1208" y="132"/>
                    <a:pt x="1208" y="132"/>
                    <a:pt x="1208" y="132"/>
                  </a:cubicBezTo>
                  <a:cubicBezTo>
                    <a:pt x="1180" y="132"/>
                    <a:pt x="1180" y="132"/>
                    <a:pt x="1180" y="132"/>
                  </a:cubicBezTo>
                  <a:cubicBezTo>
                    <a:pt x="1180" y="38"/>
                    <a:pt x="1180" y="38"/>
                    <a:pt x="1180" y="38"/>
                  </a:cubicBezTo>
                  <a:cubicBezTo>
                    <a:pt x="1207" y="38"/>
                    <a:pt x="1207" y="38"/>
                    <a:pt x="1207" y="38"/>
                  </a:cubicBezTo>
                  <a:cubicBezTo>
                    <a:pt x="1207" y="53"/>
                    <a:pt x="1207" y="53"/>
                    <a:pt x="1207" y="53"/>
                  </a:cubicBezTo>
                  <a:close/>
                  <a:moveTo>
                    <a:pt x="1314" y="122"/>
                  </a:moveTo>
                  <a:cubicBezTo>
                    <a:pt x="1308" y="130"/>
                    <a:pt x="1298" y="134"/>
                    <a:pt x="1286" y="134"/>
                  </a:cubicBezTo>
                  <a:cubicBezTo>
                    <a:pt x="1262" y="134"/>
                    <a:pt x="1246" y="112"/>
                    <a:pt x="1246" y="85"/>
                  </a:cubicBezTo>
                  <a:cubicBezTo>
                    <a:pt x="1246" y="58"/>
                    <a:pt x="1262" y="36"/>
                    <a:pt x="1286" y="36"/>
                  </a:cubicBezTo>
                  <a:cubicBezTo>
                    <a:pt x="1298" y="36"/>
                    <a:pt x="1307" y="40"/>
                    <a:pt x="1313" y="47"/>
                  </a:cubicBezTo>
                  <a:cubicBezTo>
                    <a:pt x="1313" y="0"/>
                    <a:pt x="1313" y="0"/>
                    <a:pt x="1313" y="0"/>
                  </a:cubicBezTo>
                  <a:cubicBezTo>
                    <a:pt x="1341" y="0"/>
                    <a:pt x="1341" y="0"/>
                    <a:pt x="1341" y="0"/>
                  </a:cubicBezTo>
                  <a:cubicBezTo>
                    <a:pt x="1341" y="132"/>
                    <a:pt x="1341" y="132"/>
                    <a:pt x="1341" y="132"/>
                  </a:cubicBezTo>
                  <a:cubicBezTo>
                    <a:pt x="1314" y="132"/>
                    <a:pt x="1314" y="132"/>
                    <a:pt x="1314" y="132"/>
                  </a:cubicBezTo>
                  <a:cubicBezTo>
                    <a:pt x="1314" y="122"/>
                    <a:pt x="1314" y="122"/>
                    <a:pt x="1314" y="122"/>
                  </a:cubicBezTo>
                  <a:close/>
                  <a:moveTo>
                    <a:pt x="1313" y="100"/>
                  </a:moveTo>
                  <a:cubicBezTo>
                    <a:pt x="1313" y="70"/>
                    <a:pt x="1313" y="70"/>
                    <a:pt x="1313" y="70"/>
                  </a:cubicBezTo>
                  <a:cubicBezTo>
                    <a:pt x="1308" y="63"/>
                    <a:pt x="1302" y="60"/>
                    <a:pt x="1295" y="60"/>
                  </a:cubicBezTo>
                  <a:cubicBezTo>
                    <a:pt x="1283" y="60"/>
                    <a:pt x="1275" y="69"/>
                    <a:pt x="1275" y="85"/>
                  </a:cubicBezTo>
                  <a:cubicBezTo>
                    <a:pt x="1275" y="101"/>
                    <a:pt x="1283" y="110"/>
                    <a:pt x="1295" y="110"/>
                  </a:cubicBezTo>
                  <a:cubicBezTo>
                    <a:pt x="1302" y="110"/>
                    <a:pt x="1308" y="107"/>
                    <a:pt x="1313" y="100"/>
                  </a:cubicBezTo>
                  <a:close/>
                  <a:moveTo>
                    <a:pt x="0" y="175"/>
                  </a:moveTo>
                  <a:cubicBezTo>
                    <a:pt x="81" y="175"/>
                    <a:pt x="81" y="175"/>
                    <a:pt x="81" y="175"/>
                  </a:cubicBezTo>
                  <a:cubicBezTo>
                    <a:pt x="81" y="191"/>
                    <a:pt x="81" y="191"/>
                    <a:pt x="81" y="191"/>
                  </a:cubicBezTo>
                  <a:cubicBezTo>
                    <a:pt x="18" y="191"/>
                    <a:pt x="18" y="191"/>
                    <a:pt x="18" y="191"/>
                  </a:cubicBezTo>
                  <a:cubicBezTo>
                    <a:pt x="18" y="231"/>
                    <a:pt x="18" y="231"/>
                    <a:pt x="18" y="231"/>
                  </a:cubicBezTo>
                  <a:cubicBezTo>
                    <a:pt x="75" y="231"/>
                    <a:pt x="75" y="231"/>
                    <a:pt x="75" y="231"/>
                  </a:cubicBezTo>
                  <a:cubicBezTo>
                    <a:pt x="75" y="247"/>
                    <a:pt x="75" y="247"/>
                    <a:pt x="75" y="247"/>
                  </a:cubicBezTo>
                  <a:cubicBezTo>
                    <a:pt x="18" y="247"/>
                    <a:pt x="18" y="247"/>
                    <a:pt x="18" y="247"/>
                  </a:cubicBezTo>
                  <a:cubicBezTo>
                    <a:pt x="18" y="291"/>
                    <a:pt x="18" y="291"/>
                    <a:pt x="18" y="291"/>
                  </a:cubicBezTo>
                  <a:cubicBezTo>
                    <a:pt x="81" y="291"/>
                    <a:pt x="81" y="291"/>
                    <a:pt x="81" y="291"/>
                  </a:cubicBezTo>
                  <a:cubicBezTo>
                    <a:pt x="81" y="307"/>
                    <a:pt x="81" y="307"/>
                    <a:pt x="81" y="307"/>
                  </a:cubicBezTo>
                  <a:cubicBezTo>
                    <a:pt x="0" y="307"/>
                    <a:pt x="0" y="307"/>
                    <a:pt x="0" y="307"/>
                  </a:cubicBezTo>
                  <a:lnTo>
                    <a:pt x="0" y="175"/>
                  </a:lnTo>
                  <a:close/>
                  <a:moveTo>
                    <a:pt x="149" y="212"/>
                  </a:moveTo>
                  <a:cubicBezTo>
                    <a:pt x="169" y="212"/>
                    <a:pt x="181" y="226"/>
                    <a:pt x="181" y="248"/>
                  </a:cubicBezTo>
                  <a:cubicBezTo>
                    <a:pt x="181" y="307"/>
                    <a:pt x="181" y="307"/>
                    <a:pt x="181" y="307"/>
                  </a:cubicBezTo>
                  <a:cubicBezTo>
                    <a:pt x="164" y="307"/>
                    <a:pt x="164" y="307"/>
                    <a:pt x="164" y="307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4" y="237"/>
                    <a:pt x="157" y="228"/>
                    <a:pt x="144" y="228"/>
                  </a:cubicBezTo>
                  <a:cubicBezTo>
                    <a:pt x="133" y="228"/>
                    <a:pt x="124" y="235"/>
                    <a:pt x="121" y="245"/>
                  </a:cubicBezTo>
                  <a:cubicBezTo>
                    <a:pt x="121" y="307"/>
                    <a:pt x="121" y="307"/>
                    <a:pt x="121" y="307"/>
                  </a:cubicBezTo>
                  <a:cubicBezTo>
                    <a:pt x="103" y="307"/>
                    <a:pt x="103" y="307"/>
                    <a:pt x="103" y="307"/>
                  </a:cubicBezTo>
                  <a:cubicBezTo>
                    <a:pt x="103" y="214"/>
                    <a:pt x="103" y="214"/>
                    <a:pt x="103" y="214"/>
                  </a:cubicBezTo>
                  <a:cubicBezTo>
                    <a:pt x="121" y="214"/>
                    <a:pt x="121" y="214"/>
                    <a:pt x="121" y="214"/>
                  </a:cubicBezTo>
                  <a:cubicBezTo>
                    <a:pt x="121" y="227"/>
                    <a:pt x="121" y="227"/>
                    <a:pt x="121" y="227"/>
                  </a:cubicBezTo>
                  <a:cubicBezTo>
                    <a:pt x="126" y="219"/>
                    <a:pt x="136" y="212"/>
                    <a:pt x="149" y="212"/>
                  </a:cubicBezTo>
                  <a:close/>
                  <a:moveTo>
                    <a:pt x="228" y="214"/>
                  </a:moveTo>
                  <a:cubicBezTo>
                    <a:pt x="252" y="214"/>
                    <a:pt x="252" y="214"/>
                    <a:pt x="252" y="214"/>
                  </a:cubicBezTo>
                  <a:cubicBezTo>
                    <a:pt x="252" y="229"/>
                    <a:pt x="252" y="229"/>
                    <a:pt x="252" y="229"/>
                  </a:cubicBezTo>
                  <a:cubicBezTo>
                    <a:pt x="228" y="229"/>
                    <a:pt x="228" y="229"/>
                    <a:pt x="228" y="229"/>
                  </a:cubicBezTo>
                  <a:cubicBezTo>
                    <a:pt x="228" y="279"/>
                    <a:pt x="228" y="279"/>
                    <a:pt x="228" y="279"/>
                  </a:cubicBezTo>
                  <a:cubicBezTo>
                    <a:pt x="228" y="289"/>
                    <a:pt x="234" y="293"/>
                    <a:pt x="243" y="293"/>
                  </a:cubicBezTo>
                  <a:cubicBezTo>
                    <a:pt x="246" y="293"/>
                    <a:pt x="249" y="293"/>
                    <a:pt x="251" y="292"/>
                  </a:cubicBezTo>
                  <a:cubicBezTo>
                    <a:pt x="252" y="292"/>
                    <a:pt x="252" y="292"/>
                    <a:pt x="252" y="292"/>
                  </a:cubicBezTo>
                  <a:cubicBezTo>
                    <a:pt x="252" y="307"/>
                    <a:pt x="252" y="307"/>
                    <a:pt x="252" y="307"/>
                  </a:cubicBezTo>
                  <a:cubicBezTo>
                    <a:pt x="249" y="308"/>
                    <a:pt x="246" y="309"/>
                    <a:pt x="241" y="309"/>
                  </a:cubicBezTo>
                  <a:cubicBezTo>
                    <a:pt x="219" y="309"/>
                    <a:pt x="211" y="299"/>
                    <a:pt x="211" y="281"/>
                  </a:cubicBezTo>
                  <a:cubicBezTo>
                    <a:pt x="211" y="229"/>
                    <a:pt x="211" y="229"/>
                    <a:pt x="211" y="229"/>
                  </a:cubicBezTo>
                  <a:cubicBezTo>
                    <a:pt x="195" y="229"/>
                    <a:pt x="195" y="229"/>
                    <a:pt x="195" y="229"/>
                  </a:cubicBezTo>
                  <a:cubicBezTo>
                    <a:pt x="195" y="214"/>
                    <a:pt x="195" y="214"/>
                    <a:pt x="195" y="214"/>
                  </a:cubicBezTo>
                  <a:cubicBezTo>
                    <a:pt x="211" y="214"/>
                    <a:pt x="211" y="214"/>
                    <a:pt x="211" y="214"/>
                  </a:cubicBezTo>
                  <a:cubicBezTo>
                    <a:pt x="211" y="189"/>
                    <a:pt x="211" y="189"/>
                    <a:pt x="211" y="189"/>
                  </a:cubicBezTo>
                  <a:cubicBezTo>
                    <a:pt x="228" y="189"/>
                    <a:pt x="228" y="189"/>
                    <a:pt x="228" y="189"/>
                  </a:cubicBezTo>
                  <a:lnTo>
                    <a:pt x="228" y="214"/>
                  </a:lnTo>
                  <a:close/>
                  <a:moveTo>
                    <a:pt x="309" y="309"/>
                  </a:moveTo>
                  <a:cubicBezTo>
                    <a:pt x="282" y="309"/>
                    <a:pt x="263" y="290"/>
                    <a:pt x="263" y="261"/>
                  </a:cubicBezTo>
                  <a:cubicBezTo>
                    <a:pt x="263" y="232"/>
                    <a:pt x="280" y="212"/>
                    <a:pt x="305" y="212"/>
                  </a:cubicBezTo>
                  <a:cubicBezTo>
                    <a:pt x="331" y="212"/>
                    <a:pt x="344" y="230"/>
                    <a:pt x="344" y="258"/>
                  </a:cubicBezTo>
                  <a:cubicBezTo>
                    <a:pt x="344" y="266"/>
                    <a:pt x="344" y="266"/>
                    <a:pt x="344" y="266"/>
                  </a:cubicBezTo>
                  <a:cubicBezTo>
                    <a:pt x="281" y="266"/>
                    <a:pt x="281" y="266"/>
                    <a:pt x="281" y="266"/>
                  </a:cubicBezTo>
                  <a:cubicBezTo>
                    <a:pt x="282" y="284"/>
                    <a:pt x="295" y="293"/>
                    <a:pt x="311" y="293"/>
                  </a:cubicBezTo>
                  <a:cubicBezTo>
                    <a:pt x="321" y="293"/>
                    <a:pt x="329" y="291"/>
                    <a:pt x="337" y="285"/>
                  </a:cubicBezTo>
                  <a:cubicBezTo>
                    <a:pt x="338" y="285"/>
                    <a:pt x="338" y="285"/>
                    <a:pt x="338" y="285"/>
                  </a:cubicBezTo>
                  <a:cubicBezTo>
                    <a:pt x="338" y="300"/>
                    <a:pt x="338" y="300"/>
                    <a:pt x="338" y="300"/>
                  </a:cubicBezTo>
                  <a:cubicBezTo>
                    <a:pt x="330" y="306"/>
                    <a:pt x="320" y="309"/>
                    <a:pt x="309" y="309"/>
                  </a:cubicBezTo>
                  <a:close/>
                  <a:moveTo>
                    <a:pt x="281" y="251"/>
                  </a:moveTo>
                  <a:cubicBezTo>
                    <a:pt x="327" y="251"/>
                    <a:pt x="327" y="251"/>
                    <a:pt x="327" y="251"/>
                  </a:cubicBezTo>
                  <a:cubicBezTo>
                    <a:pt x="327" y="237"/>
                    <a:pt x="320" y="227"/>
                    <a:pt x="306" y="227"/>
                  </a:cubicBezTo>
                  <a:cubicBezTo>
                    <a:pt x="292" y="227"/>
                    <a:pt x="284" y="237"/>
                    <a:pt x="281" y="251"/>
                  </a:cubicBezTo>
                  <a:close/>
                  <a:moveTo>
                    <a:pt x="382" y="228"/>
                  </a:moveTo>
                  <a:cubicBezTo>
                    <a:pt x="386" y="218"/>
                    <a:pt x="395" y="212"/>
                    <a:pt x="405" y="212"/>
                  </a:cubicBezTo>
                  <a:cubicBezTo>
                    <a:pt x="409" y="212"/>
                    <a:pt x="413" y="213"/>
                    <a:pt x="414" y="214"/>
                  </a:cubicBezTo>
                  <a:cubicBezTo>
                    <a:pt x="414" y="231"/>
                    <a:pt x="414" y="231"/>
                    <a:pt x="414" y="231"/>
                  </a:cubicBezTo>
                  <a:cubicBezTo>
                    <a:pt x="414" y="231"/>
                    <a:pt x="414" y="231"/>
                    <a:pt x="414" y="231"/>
                  </a:cubicBezTo>
                  <a:cubicBezTo>
                    <a:pt x="411" y="230"/>
                    <a:pt x="407" y="229"/>
                    <a:pt x="403" y="229"/>
                  </a:cubicBezTo>
                  <a:cubicBezTo>
                    <a:pt x="393" y="229"/>
                    <a:pt x="385" y="236"/>
                    <a:pt x="382" y="246"/>
                  </a:cubicBezTo>
                  <a:cubicBezTo>
                    <a:pt x="382" y="307"/>
                    <a:pt x="382" y="307"/>
                    <a:pt x="382" y="307"/>
                  </a:cubicBezTo>
                  <a:cubicBezTo>
                    <a:pt x="365" y="307"/>
                    <a:pt x="365" y="307"/>
                    <a:pt x="365" y="307"/>
                  </a:cubicBezTo>
                  <a:cubicBezTo>
                    <a:pt x="365" y="214"/>
                    <a:pt x="365" y="214"/>
                    <a:pt x="365" y="214"/>
                  </a:cubicBezTo>
                  <a:cubicBezTo>
                    <a:pt x="382" y="214"/>
                    <a:pt x="382" y="214"/>
                    <a:pt x="382" y="214"/>
                  </a:cubicBezTo>
                  <a:cubicBezTo>
                    <a:pt x="382" y="228"/>
                    <a:pt x="382" y="228"/>
                    <a:pt x="382" y="228"/>
                  </a:cubicBezTo>
                  <a:close/>
                  <a:moveTo>
                    <a:pt x="474" y="212"/>
                  </a:moveTo>
                  <a:cubicBezTo>
                    <a:pt x="502" y="212"/>
                    <a:pt x="516" y="235"/>
                    <a:pt x="516" y="260"/>
                  </a:cubicBezTo>
                  <a:cubicBezTo>
                    <a:pt x="516" y="286"/>
                    <a:pt x="502" y="309"/>
                    <a:pt x="474" y="309"/>
                  </a:cubicBezTo>
                  <a:cubicBezTo>
                    <a:pt x="463" y="309"/>
                    <a:pt x="453" y="303"/>
                    <a:pt x="448" y="296"/>
                  </a:cubicBezTo>
                  <a:cubicBezTo>
                    <a:pt x="448" y="342"/>
                    <a:pt x="448" y="342"/>
                    <a:pt x="448" y="342"/>
                  </a:cubicBezTo>
                  <a:cubicBezTo>
                    <a:pt x="430" y="342"/>
                    <a:pt x="430" y="342"/>
                    <a:pt x="430" y="342"/>
                  </a:cubicBezTo>
                  <a:cubicBezTo>
                    <a:pt x="430" y="214"/>
                    <a:pt x="430" y="214"/>
                    <a:pt x="430" y="214"/>
                  </a:cubicBezTo>
                  <a:cubicBezTo>
                    <a:pt x="448" y="214"/>
                    <a:pt x="448" y="214"/>
                    <a:pt x="448" y="214"/>
                  </a:cubicBezTo>
                  <a:cubicBezTo>
                    <a:pt x="448" y="224"/>
                    <a:pt x="448" y="224"/>
                    <a:pt x="448" y="224"/>
                  </a:cubicBezTo>
                  <a:cubicBezTo>
                    <a:pt x="453" y="218"/>
                    <a:pt x="463" y="212"/>
                    <a:pt x="474" y="212"/>
                  </a:cubicBezTo>
                  <a:close/>
                  <a:moveTo>
                    <a:pt x="471" y="293"/>
                  </a:moveTo>
                  <a:cubicBezTo>
                    <a:pt x="488" y="293"/>
                    <a:pt x="498" y="279"/>
                    <a:pt x="498" y="260"/>
                  </a:cubicBezTo>
                  <a:cubicBezTo>
                    <a:pt x="498" y="242"/>
                    <a:pt x="488" y="228"/>
                    <a:pt x="471" y="228"/>
                  </a:cubicBezTo>
                  <a:cubicBezTo>
                    <a:pt x="461" y="228"/>
                    <a:pt x="453" y="233"/>
                    <a:pt x="448" y="243"/>
                  </a:cubicBezTo>
                  <a:cubicBezTo>
                    <a:pt x="448" y="278"/>
                    <a:pt x="448" y="278"/>
                    <a:pt x="448" y="278"/>
                  </a:cubicBezTo>
                  <a:cubicBezTo>
                    <a:pt x="453" y="287"/>
                    <a:pt x="461" y="293"/>
                    <a:pt x="471" y="293"/>
                  </a:cubicBezTo>
                  <a:close/>
                  <a:moveTo>
                    <a:pt x="554" y="228"/>
                  </a:moveTo>
                  <a:cubicBezTo>
                    <a:pt x="558" y="218"/>
                    <a:pt x="567" y="212"/>
                    <a:pt x="577" y="212"/>
                  </a:cubicBezTo>
                  <a:cubicBezTo>
                    <a:pt x="581" y="212"/>
                    <a:pt x="585" y="213"/>
                    <a:pt x="587" y="214"/>
                  </a:cubicBezTo>
                  <a:cubicBezTo>
                    <a:pt x="587" y="231"/>
                    <a:pt x="587" y="231"/>
                    <a:pt x="587" y="231"/>
                  </a:cubicBezTo>
                  <a:cubicBezTo>
                    <a:pt x="586" y="231"/>
                    <a:pt x="586" y="231"/>
                    <a:pt x="586" y="231"/>
                  </a:cubicBezTo>
                  <a:cubicBezTo>
                    <a:pt x="583" y="230"/>
                    <a:pt x="579" y="229"/>
                    <a:pt x="575" y="229"/>
                  </a:cubicBezTo>
                  <a:cubicBezTo>
                    <a:pt x="565" y="229"/>
                    <a:pt x="557" y="236"/>
                    <a:pt x="554" y="246"/>
                  </a:cubicBezTo>
                  <a:cubicBezTo>
                    <a:pt x="554" y="307"/>
                    <a:pt x="554" y="307"/>
                    <a:pt x="554" y="307"/>
                  </a:cubicBezTo>
                  <a:cubicBezTo>
                    <a:pt x="537" y="307"/>
                    <a:pt x="537" y="307"/>
                    <a:pt x="537" y="307"/>
                  </a:cubicBezTo>
                  <a:cubicBezTo>
                    <a:pt x="537" y="214"/>
                    <a:pt x="537" y="214"/>
                    <a:pt x="537" y="214"/>
                  </a:cubicBezTo>
                  <a:cubicBezTo>
                    <a:pt x="554" y="214"/>
                    <a:pt x="554" y="214"/>
                    <a:pt x="554" y="214"/>
                  </a:cubicBezTo>
                  <a:cubicBezTo>
                    <a:pt x="554" y="228"/>
                    <a:pt x="554" y="228"/>
                    <a:pt x="554" y="228"/>
                  </a:cubicBezTo>
                  <a:close/>
                  <a:moveTo>
                    <a:pt x="612" y="176"/>
                  </a:moveTo>
                  <a:cubicBezTo>
                    <a:pt x="618" y="176"/>
                    <a:pt x="623" y="181"/>
                    <a:pt x="623" y="187"/>
                  </a:cubicBezTo>
                  <a:cubicBezTo>
                    <a:pt x="623" y="193"/>
                    <a:pt x="618" y="198"/>
                    <a:pt x="612" y="198"/>
                  </a:cubicBezTo>
                  <a:cubicBezTo>
                    <a:pt x="606" y="198"/>
                    <a:pt x="601" y="193"/>
                    <a:pt x="601" y="187"/>
                  </a:cubicBezTo>
                  <a:cubicBezTo>
                    <a:pt x="601" y="181"/>
                    <a:pt x="606" y="176"/>
                    <a:pt x="612" y="176"/>
                  </a:cubicBezTo>
                  <a:close/>
                  <a:moveTo>
                    <a:pt x="603" y="214"/>
                  </a:moveTo>
                  <a:cubicBezTo>
                    <a:pt x="621" y="214"/>
                    <a:pt x="621" y="214"/>
                    <a:pt x="621" y="214"/>
                  </a:cubicBezTo>
                  <a:cubicBezTo>
                    <a:pt x="621" y="307"/>
                    <a:pt x="621" y="307"/>
                    <a:pt x="621" y="307"/>
                  </a:cubicBezTo>
                  <a:cubicBezTo>
                    <a:pt x="603" y="307"/>
                    <a:pt x="603" y="307"/>
                    <a:pt x="603" y="307"/>
                  </a:cubicBezTo>
                  <a:lnTo>
                    <a:pt x="603" y="214"/>
                  </a:lnTo>
                  <a:close/>
                  <a:moveTo>
                    <a:pt x="683" y="252"/>
                  </a:moveTo>
                  <a:cubicBezTo>
                    <a:pt x="696" y="257"/>
                    <a:pt x="711" y="262"/>
                    <a:pt x="711" y="280"/>
                  </a:cubicBezTo>
                  <a:cubicBezTo>
                    <a:pt x="711" y="299"/>
                    <a:pt x="696" y="309"/>
                    <a:pt x="675" y="309"/>
                  </a:cubicBezTo>
                  <a:cubicBezTo>
                    <a:pt x="663" y="309"/>
                    <a:pt x="651" y="306"/>
                    <a:pt x="644" y="300"/>
                  </a:cubicBezTo>
                  <a:cubicBezTo>
                    <a:pt x="644" y="283"/>
                    <a:pt x="644" y="283"/>
                    <a:pt x="644" y="283"/>
                  </a:cubicBezTo>
                  <a:cubicBezTo>
                    <a:pt x="645" y="283"/>
                    <a:pt x="645" y="283"/>
                    <a:pt x="645" y="283"/>
                  </a:cubicBezTo>
                  <a:cubicBezTo>
                    <a:pt x="653" y="291"/>
                    <a:pt x="664" y="294"/>
                    <a:pt x="675" y="294"/>
                  </a:cubicBezTo>
                  <a:cubicBezTo>
                    <a:pt x="685" y="294"/>
                    <a:pt x="694" y="290"/>
                    <a:pt x="694" y="282"/>
                  </a:cubicBezTo>
                  <a:cubicBezTo>
                    <a:pt x="694" y="274"/>
                    <a:pt x="687" y="272"/>
                    <a:pt x="672" y="267"/>
                  </a:cubicBezTo>
                  <a:cubicBezTo>
                    <a:pt x="659" y="263"/>
                    <a:pt x="644" y="258"/>
                    <a:pt x="644" y="240"/>
                  </a:cubicBezTo>
                  <a:cubicBezTo>
                    <a:pt x="644" y="223"/>
                    <a:pt x="659" y="212"/>
                    <a:pt x="678" y="212"/>
                  </a:cubicBezTo>
                  <a:cubicBezTo>
                    <a:pt x="689" y="212"/>
                    <a:pt x="699" y="214"/>
                    <a:pt x="706" y="220"/>
                  </a:cubicBezTo>
                  <a:cubicBezTo>
                    <a:pt x="706" y="236"/>
                    <a:pt x="706" y="236"/>
                    <a:pt x="706" y="236"/>
                  </a:cubicBezTo>
                  <a:cubicBezTo>
                    <a:pt x="706" y="236"/>
                    <a:pt x="706" y="236"/>
                    <a:pt x="706" y="236"/>
                  </a:cubicBezTo>
                  <a:cubicBezTo>
                    <a:pt x="698" y="230"/>
                    <a:pt x="689" y="227"/>
                    <a:pt x="678" y="227"/>
                  </a:cubicBezTo>
                  <a:cubicBezTo>
                    <a:pt x="667" y="227"/>
                    <a:pt x="661" y="232"/>
                    <a:pt x="661" y="238"/>
                  </a:cubicBezTo>
                  <a:cubicBezTo>
                    <a:pt x="661" y="246"/>
                    <a:pt x="668" y="248"/>
                    <a:pt x="683" y="252"/>
                  </a:cubicBezTo>
                  <a:close/>
                  <a:moveTo>
                    <a:pt x="772" y="309"/>
                  </a:moveTo>
                  <a:cubicBezTo>
                    <a:pt x="745" y="309"/>
                    <a:pt x="726" y="290"/>
                    <a:pt x="726" y="261"/>
                  </a:cubicBezTo>
                  <a:cubicBezTo>
                    <a:pt x="726" y="232"/>
                    <a:pt x="744" y="212"/>
                    <a:pt x="769" y="212"/>
                  </a:cubicBezTo>
                  <a:cubicBezTo>
                    <a:pt x="794" y="212"/>
                    <a:pt x="807" y="230"/>
                    <a:pt x="807" y="258"/>
                  </a:cubicBezTo>
                  <a:cubicBezTo>
                    <a:pt x="807" y="266"/>
                    <a:pt x="807" y="266"/>
                    <a:pt x="807" y="266"/>
                  </a:cubicBezTo>
                  <a:cubicBezTo>
                    <a:pt x="744" y="266"/>
                    <a:pt x="744" y="266"/>
                    <a:pt x="744" y="266"/>
                  </a:cubicBezTo>
                  <a:cubicBezTo>
                    <a:pt x="746" y="284"/>
                    <a:pt x="758" y="293"/>
                    <a:pt x="774" y="293"/>
                  </a:cubicBezTo>
                  <a:cubicBezTo>
                    <a:pt x="785" y="293"/>
                    <a:pt x="792" y="291"/>
                    <a:pt x="800" y="285"/>
                  </a:cubicBezTo>
                  <a:cubicBezTo>
                    <a:pt x="801" y="285"/>
                    <a:pt x="801" y="285"/>
                    <a:pt x="801" y="285"/>
                  </a:cubicBezTo>
                  <a:cubicBezTo>
                    <a:pt x="801" y="300"/>
                    <a:pt x="801" y="300"/>
                    <a:pt x="801" y="300"/>
                  </a:cubicBezTo>
                  <a:cubicBezTo>
                    <a:pt x="793" y="306"/>
                    <a:pt x="783" y="309"/>
                    <a:pt x="772" y="309"/>
                  </a:cubicBezTo>
                  <a:close/>
                  <a:moveTo>
                    <a:pt x="744" y="251"/>
                  </a:moveTo>
                  <a:cubicBezTo>
                    <a:pt x="791" y="251"/>
                    <a:pt x="791" y="251"/>
                    <a:pt x="791" y="251"/>
                  </a:cubicBezTo>
                  <a:cubicBezTo>
                    <a:pt x="790" y="237"/>
                    <a:pt x="783" y="227"/>
                    <a:pt x="769" y="227"/>
                  </a:cubicBezTo>
                  <a:cubicBezTo>
                    <a:pt x="756" y="227"/>
                    <a:pt x="747" y="237"/>
                    <a:pt x="744" y="2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860314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2667000"/>
            <a:ext cx="9141619" cy="2286000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8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8013" y="4939693"/>
            <a:ext cx="9141619" cy="699107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4400"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8013" y="5791200"/>
            <a:ext cx="9141619" cy="457200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7935522" y="457200"/>
            <a:ext cx="3646877" cy="354113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buNone/>
              <a:defRPr sz="2000" baseline="0">
                <a:solidFill>
                  <a:schemeClr val="accent4"/>
                </a:solidFill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t>Click to add date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06423" y="456997"/>
            <a:ext cx="3027151" cy="1219403"/>
            <a:chOff x="3578225" y="1146175"/>
            <a:chExt cx="5038725" cy="2111375"/>
          </a:xfrm>
        </p:grpSpPr>
        <p:sp>
          <p:nvSpPr>
            <p:cNvPr id="7" name="Freeform 5"/>
            <p:cNvSpPr>
              <a:spLocks noEditPoints="1"/>
            </p:cNvSpPr>
            <p:nvPr/>
          </p:nvSpPr>
          <p:spPr bwMode="auto">
            <a:xfrm>
              <a:off x="3578225" y="1146175"/>
              <a:ext cx="1725613" cy="498475"/>
            </a:xfrm>
            <a:custGeom>
              <a:avLst/>
              <a:gdLst>
                <a:gd name="T0" fmla="*/ 0 w 1087"/>
                <a:gd name="T1" fmla="*/ 0 h 314"/>
                <a:gd name="T2" fmla="*/ 0 w 1087"/>
                <a:gd name="T3" fmla="*/ 314 h 314"/>
                <a:gd name="T4" fmla="*/ 0 w 1087"/>
                <a:gd name="T5" fmla="*/ 314 h 314"/>
                <a:gd name="T6" fmla="*/ 1087 w 1087"/>
                <a:gd name="T7" fmla="*/ 314 h 314"/>
                <a:gd name="T8" fmla="*/ 1087 w 1087"/>
                <a:gd name="T9" fmla="*/ 0 h 314"/>
                <a:gd name="T10" fmla="*/ 0 w 1087"/>
                <a:gd name="T11" fmla="*/ 0 h 314"/>
                <a:gd name="T12" fmla="*/ 1018 w 1087"/>
                <a:gd name="T13" fmla="*/ 245 h 314"/>
                <a:gd name="T14" fmla="*/ 69 w 1087"/>
                <a:gd name="T15" fmla="*/ 245 h 314"/>
                <a:gd name="T16" fmla="*/ 69 w 1087"/>
                <a:gd name="T17" fmla="*/ 69 h 314"/>
                <a:gd name="T18" fmla="*/ 1018 w 1087"/>
                <a:gd name="T19" fmla="*/ 69 h 314"/>
                <a:gd name="T20" fmla="*/ 1018 w 1087"/>
                <a:gd name="T21" fmla="*/ 245 h 314"/>
                <a:gd name="T22" fmla="*/ 1018 w 1087"/>
                <a:gd name="T23" fmla="*/ 245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87" h="314">
                  <a:moveTo>
                    <a:pt x="0" y="0"/>
                  </a:moveTo>
                  <a:lnTo>
                    <a:pt x="0" y="314"/>
                  </a:lnTo>
                  <a:lnTo>
                    <a:pt x="0" y="314"/>
                  </a:lnTo>
                  <a:lnTo>
                    <a:pt x="1087" y="314"/>
                  </a:lnTo>
                  <a:lnTo>
                    <a:pt x="1087" y="0"/>
                  </a:lnTo>
                  <a:lnTo>
                    <a:pt x="0" y="0"/>
                  </a:lnTo>
                  <a:close/>
                  <a:moveTo>
                    <a:pt x="1018" y="245"/>
                  </a:moveTo>
                  <a:lnTo>
                    <a:pt x="69" y="245"/>
                  </a:lnTo>
                  <a:lnTo>
                    <a:pt x="69" y="69"/>
                  </a:lnTo>
                  <a:lnTo>
                    <a:pt x="1018" y="69"/>
                  </a:lnTo>
                  <a:lnTo>
                    <a:pt x="1018" y="245"/>
                  </a:lnTo>
                  <a:lnTo>
                    <a:pt x="1018" y="245"/>
                  </a:lnTo>
                  <a:close/>
                </a:path>
              </a:pathLst>
            </a:custGeom>
            <a:solidFill>
              <a:srgbClr val="00B3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3578225" y="1968500"/>
              <a:ext cx="5038725" cy="1289050"/>
            </a:xfrm>
            <a:custGeom>
              <a:avLst/>
              <a:gdLst>
                <a:gd name="T0" fmla="*/ 80 w 1341"/>
                <a:gd name="T1" fmla="*/ 52 h 342"/>
                <a:gd name="T2" fmla="*/ 29 w 1341"/>
                <a:gd name="T3" fmla="*/ 77 h 342"/>
                <a:gd name="T4" fmla="*/ 212 w 1341"/>
                <a:gd name="T5" fmla="*/ 93 h 342"/>
                <a:gd name="T6" fmla="*/ 174 w 1341"/>
                <a:gd name="T7" fmla="*/ 134 h 342"/>
                <a:gd name="T8" fmla="*/ 272 w 1341"/>
                <a:gd name="T9" fmla="*/ 132 h 342"/>
                <a:gd name="T10" fmla="*/ 276 w 1341"/>
                <a:gd name="T11" fmla="*/ 38 h 342"/>
                <a:gd name="T12" fmla="*/ 327 w 1341"/>
                <a:gd name="T13" fmla="*/ 132 h 342"/>
                <a:gd name="T14" fmla="*/ 398 w 1341"/>
                <a:gd name="T15" fmla="*/ 0 h 342"/>
                <a:gd name="T16" fmla="*/ 402 w 1341"/>
                <a:gd name="T17" fmla="*/ 134 h 342"/>
                <a:gd name="T18" fmla="*/ 448 w 1341"/>
                <a:gd name="T19" fmla="*/ 93 h 342"/>
                <a:gd name="T20" fmla="*/ 448 w 1341"/>
                <a:gd name="T21" fmla="*/ 74 h 342"/>
                <a:gd name="T22" fmla="*/ 642 w 1341"/>
                <a:gd name="T23" fmla="*/ 60 h 342"/>
                <a:gd name="T24" fmla="*/ 642 w 1341"/>
                <a:gd name="T25" fmla="*/ 131 h 342"/>
                <a:gd name="T26" fmla="*/ 570 w 1341"/>
                <a:gd name="T27" fmla="*/ 111 h 342"/>
                <a:gd name="T28" fmla="*/ 530 w 1341"/>
                <a:gd name="T29" fmla="*/ 60 h 342"/>
                <a:gd name="T30" fmla="*/ 558 w 1341"/>
                <a:gd name="T31" fmla="*/ 38 h 342"/>
                <a:gd name="T32" fmla="*/ 738 w 1341"/>
                <a:gd name="T33" fmla="*/ 89 h 342"/>
                <a:gd name="T34" fmla="*/ 787 w 1341"/>
                <a:gd name="T35" fmla="*/ 45 h 342"/>
                <a:gd name="T36" fmla="*/ 736 w 1341"/>
                <a:gd name="T37" fmla="*/ 65 h 342"/>
                <a:gd name="T38" fmla="*/ 848 w 1341"/>
                <a:gd name="T39" fmla="*/ 73 h 342"/>
                <a:gd name="T40" fmla="*/ 876 w 1341"/>
                <a:gd name="T41" fmla="*/ 73 h 342"/>
                <a:gd name="T42" fmla="*/ 833 w 1341"/>
                <a:gd name="T43" fmla="*/ 91 h 342"/>
                <a:gd name="T44" fmla="*/ 965 w 1341"/>
                <a:gd name="T45" fmla="*/ 43 h 342"/>
                <a:gd name="T46" fmla="*/ 964 w 1341"/>
                <a:gd name="T47" fmla="*/ 103 h 342"/>
                <a:gd name="T48" fmla="*/ 1010 w 1341"/>
                <a:gd name="T49" fmla="*/ 132 h 342"/>
                <a:gd name="T50" fmla="*/ 1070 w 1341"/>
                <a:gd name="T51" fmla="*/ 38 h 342"/>
                <a:gd name="T52" fmla="*/ 1010 w 1341"/>
                <a:gd name="T53" fmla="*/ 89 h 342"/>
                <a:gd name="T54" fmla="*/ 1133 w 1341"/>
                <a:gd name="T55" fmla="*/ 73 h 342"/>
                <a:gd name="T56" fmla="*/ 1160 w 1341"/>
                <a:gd name="T57" fmla="*/ 73 h 342"/>
                <a:gd name="T58" fmla="*/ 1117 w 1341"/>
                <a:gd name="T59" fmla="*/ 91 h 342"/>
                <a:gd name="T60" fmla="*/ 1239 w 1341"/>
                <a:gd name="T61" fmla="*/ 39 h 342"/>
                <a:gd name="T62" fmla="*/ 1180 w 1341"/>
                <a:gd name="T63" fmla="*/ 132 h 342"/>
                <a:gd name="T64" fmla="*/ 1246 w 1341"/>
                <a:gd name="T65" fmla="*/ 85 h 342"/>
                <a:gd name="T66" fmla="*/ 1314 w 1341"/>
                <a:gd name="T67" fmla="*/ 132 h 342"/>
                <a:gd name="T68" fmla="*/ 1295 w 1341"/>
                <a:gd name="T69" fmla="*/ 110 h 342"/>
                <a:gd name="T70" fmla="*/ 18 w 1341"/>
                <a:gd name="T71" fmla="*/ 231 h 342"/>
                <a:gd name="T72" fmla="*/ 81 w 1341"/>
                <a:gd name="T73" fmla="*/ 307 h 342"/>
                <a:gd name="T74" fmla="*/ 164 w 1341"/>
                <a:gd name="T75" fmla="*/ 307 h 342"/>
                <a:gd name="T76" fmla="*/ 103 w 1341"/>
                <a:gd name="T77" fmla="*/ 214 h 342"/>
                <a:gd name="T78" fmla="*/ 252 w 1341"/>
                <a:gd name="T79" fmla="*/ 229 h 342"/>
                <a:gd name="T80" fmla="*/ 252 w 1341"/>
                <a:gd name="T81" fmla="*/ 307 h 342"/>
                <a:gd name="T82" fmla="*/ 211 w 1341"/>
                <a:gd name="T83" fmla="*/ 214 h 342"/>
                <a:gd name="T84" fmla="*/ 305 w 1341"/>
                <a:gd name="T85" fmla="*/ 212 h 342"/>
                <a:gd name="T86" fmla="*/ 338 w 1341"/>
                <a:gd name="T87" fmla="*/ 285 h 342"/>
                <a:gd name="T88" fmla="*/ 281 w 1341"/>
                <a:gd name="T89" fmla="*/ 251 h 342"/>
                <a:gd name="T90" fmla="*/ 403 w 1341"/>
                <a:gd name="T91" fmla="*/ 229 h 342"/>
                <a:gd name="T92" fmla="*/ 382 w 1341"/>
                <a:gd name="T93" fmla="*/ 228 h 342"/>
                <a:gd name="T94" fmla="*/ 430 w 1341"/>
                <a:gd name="T95" fmla="*/ 342 h 342"/>
                <a:gd name="T96" fmla="*/ 498 w 1341"/>
                <a:gd name="T97" fmla="*/ 260 h 342"/>
                <a:gd name="T98" fmla="*/ 577 w 1341"/>
                <a:gd name="T99" fmla="*/ 212 h 342"/>
                <a:gd name="T100" fmla="*/ 554 w 1341"/>
                <a:gd name="T101" fmla="*/ 307 h 342"/>
                <a:gd name="T102" fmla="*/ 623 w 1341"/>
                <a:gd name="T103" fmla="*/ 187 h 342"/>
                <a:gd name="T104" fmla="*/ 621 w 1341"/>
                <a:gd name="T105" fmla="*/ 307 h 342"/>
                <a:gd name="T106" fmla="*/ 644 w 1341"/>
                <a:gd name="T107" fmla="*/ 300 h 342"/>
                <a:gd name="T108" fmla="*/ 644 w 1341"/>
                <a:gd name="T109" fmla="*/ 240 h 342"/>
                <a:gd name="T110" fmla="*/ 661 w 1341"/>
                <a:gd name="T111" fmla="*/ 238 h 342"/>
                <a:gd name="T112" fmla="*/ 807 w 1341"/>
                <a:gd name="T113" fmla="*/ 266 h 342"/>
                <a:gd name="T114" fmla="*/ 772 w 1341"/>
                <a:gd name="T115" fmla="*/ 309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341" h="342">
                  <a:moveTo>
                    <a:pt x="29" y="132"/>
                  </a:moveTo>
                  <a:cubicBezTo>
                    <a:pt x="0" y="132"/>
                    <a:pt x="0" y="132"/>
                    <a:pt x="0" y="13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80" y="52"/>
                    <a:pt x="80" y="52"/>
                    <a:pt x="80" y="52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09" y="132"/>
                    <a:pt x="109" y="132"/>
                    <a:pt x="109" y="132"/>
                  </a:cubicBezTo>
                  <a:cubicBezTo>
                    <a:pt x="80" y="132"/>
                    <a:pt x="80" y="132"/>
                    <a:pt x="80" y="132"/>
                  </a:cubicBezTo>
                  <a:cubicBezTo>
                    <a:pt x="80" y="77"/>
                    <a:pt x="80" y="77"/>
                    <a:pt x="80" y="77"/>
                  </a:cubicBezTo>
                  <a:cubicBezTo>
                    <a:pt x="29" y="77"/>
                    <a:pt x="29" y="77"/>
                    <a:pt x="29" y="77"/>
                  </a:cubicBezTo>
                  <a:lnTo>
                    <a:pt x="29" y="132"/>
                  </a:lnTo>
                  <a:close/>
                  <a:moveTo>
                    <a:pt x="174" y="134"/>
                  </a:moveTo>
                  <a:cubicBezTo>
                    <a:pt x="145" y="134"/>
                    <a:pt x="125" y="116"/>
                    <a:pt x="125" y="85"/>
                  </a:cubicBezTo>
                  <a:cubicBezTo>
                    <a:pt x="125" y="56"/>
                    <a:pt x="144" y="36"/>
                    <a:pt x="170" y="36"/>
                  </a:cubicBezTo>
                  <a:cubicBezTo>
                    <a:pt x="198" y="36"/>
                    <a:pt x="212" y="55"/>
                    <a:pt x="212" y="83"/>
                  </a:cubicBezTo>
                  <a:cubicBezTo>
                    <a:pt x="212" y="93"/>
                    <a:pt x="212" y="93"/>
                    <a:pt x="212" y="93"/>
                  </a:cubicBezTo>
                  <a:cubicBezTo>
                    <a:pt x="152" y="93"/>
                    <a:pt x="152" y="93"/>
                    <a:pt x="152" y="93"/>
                  </a:cubicBezTo>
                  <a:cubicBezTo>
                    <a:pt x="155" y="108"/>
                    <a:pt x="167" y="112"/>
                    <a:pt x="178" y="112"/>
                  </a:cubicBezTo>
                  <a:cubicBezTo>
                    <a:pt x="188" y="112"/>
                    <a:pt x="195" y="110"/>
                    <a:pt x="204" y="104"/>
                  </a:cubicBezTo>
                  <a:cubicBezTo>
                    <a:pt x="205" y="104"/>
                    <a:pt x="205" y="104"/>
                    <a:pt x="205" y="104"/>
                  </a:cubicBezTo>
                  <a:cubicBezTo>
                    <a:pt x="205" y="126"/>
                    <a:pt x="205" y="126"/>
                    <a:pt x="205" y="126"/>
                  </a:cubicBezTo>
                  <a:cubicBezTo>
                    <a:pt x="198" y="131"/>
                    <a:pt x="187" y="134"/>
                    <a:pt x="174" y="134"/>
                  </a:cubicBezTo>
                  <a:close/>
                  <a:moveTo>
                    <a:pt x="152" y="74"/>
                  </a:moveTo>
                  <a:cubicBezTo>
                    <a:pt x="186" y="74"/>
                    <a:pt x="186" y="74"/>
                    <a:pt x="186" y="74"/>
                  </a:cubicBezTo>
                  <a:cubicBezTo>
                    <a:pt x="186" y="64"/>
                    <a:pt x="182" y="58"/>
                    <a:pt x="170" y="58"/>
                  </a:cubicBezTo>
                  <a:cubicBezTo>
                    <a:pt x="162" y="58"/>
                    <a:pt x="155" y="61"/>
                    <a:pt x="152" y="74"/>
                  </a:cubicBezTo>
                  <a:close/>
                  <a:moveTo>
                    <a:pt x="287" y="77"/>
                  </a:moveTo>
                  <a:cubicBezTo>
                    <a:pt x="272" y="132"/>
                    <a:pt x="272" y="132"/>
                    <a:pt x="272" y="132"/>
                  </a:cubicBezTo>
                  <a:cubicBezTo>
                    <a:pt x="247" y="132"/>
                    <a:pt x="247" y="132"/>
                    <a:pt x="247" y="132"/>
                  </a:cubicBezTo>
                  <a:cubicBezTo>
                    <a:pt x="218" y="39"/>
                    <a:pt x="218" y="39"/>
                    <a:pt x="218" y="39"/>
                  </a:cubicBezTo>
                  <a:cubicBezTo>
                    <a:pt x="218" y="38"/>
                    <a:pt x="218" y="38"/>
                    <a:pt x="218" y="38"/>
                  </a:cubicBezTo>
                  <a:cubicBezTo>
                    <a:pt x="246" y="38"/>
                    <a:pt x="246" y="38"/>
                    <a:pt x="246" y="38"/>
                  </a:cubicBezTo>
                  <a:cubicBezTo>
                    <a:pt x="261" y="93"/>
                    <a:pt x="261" y="93"/>
                    <a:pt x="261" y="93"/>
                  </a:cubicBezTo>
                  <a:cubicBezTo>
                    <a:pt x="276" y="38"/>
                    <a:pt x="276" y="38"/>
                    <a:pt x="276" y="38"/>
                  </a:cubicBezTo>
                  <a:cubicBezTo>
                    <a:pt x="298" y="38"/>
                    <a:pt x="298" y="38"/>
                    <a:pt x="298" y="38"/>
                  </a:cubicBezTo>
                  <a:cubicBezTo>
                    <a:pt x="313" y="93"/>
                    <a:pt x="313" y="93"/>
                    <a:pt x="313" y="93"/>
                  </a:cubicBezTo>
                  <a:cubicBezTo>
                    <a:pt x="329" y="38"/>
                    <a:pt x="329" y="38"/>
                    <a:pt x="329" y="38"/>
                  </a:cubicBezTo>
                  <a:cubicBezTo>
                    <a:pt x="355" y="38"/>
                    <a:pt x="355" y="38"/>
                    <a:pt x="355" y="38"/>
                  </a:cubicBezTo>
                  <a:cubicBezTo>
                    <a:pt x="355" y="39"/>
                    <a:pt x="355" y="39"/>
                    <a:pt x="355" y="39"/>
                  </a:cubicBezTo>
                  <a:cubicBezTo>
                    <a:pt x="327" y="132"/>
                    <a:pt x="327" y="132"/>
                    <a:pt x="327" y="132"/>
                  </a:cubicBezTo>
                  <a:cubicBezTo>
                    <a:pt x="302" y="132"/>
                    <a:pt x="302" y="132"/>
                    <a:pt x="302" y="132"/>
                  </a:cubicBezTo>
                  <a:lnTo>
                    <a:pt x="287" y="77"/>
                  </a:lnTo>
                  <a:close/>
                  <a:moveTo>
                    <a:pt x="402" y="134"/>
                  </a:moveTo>
                  <a:cubicBezTo>
                    <a:pt x="379" y="134"/>
                    <a:pt x="370" y="125"/>
                    <a:pt x="370" y="104"/>
                  </a:cubicBezTo>
                  <a:cubicBezTo>
                    <a:pt x="370" y="0"/>
                    <a:pt x="370" y="0"/>
                    <a:pt x="370" y="0"/>
                  </a:cubicBezTo>
                  <a:cubicBezTo>
                    <a:pt x="398" y="0"/>
                    <a:pt x="398" y="0"/>
                    <a:pt x="398" y="0"/>
                  </a:cubicBezTo>
                  <a:cubicBezTo>
                    <a:pt x="398" y="102"/>
                    <a:pt x="398" y="102"/>
                    <a:pt x="398" y="102"/>
                  </a:cubicBezTo>
                  <a:cubicBezTo>
                    <a:pt x="398" y="108"/>
                    <a:pt x="400" y="111"/>
                    <a:pt x="406" y="111"/>
                  </a:cubicBezTo>
                  <a:cubicBezTo>
                    <a:pt x="408" y="111"/>
                    <a:pt x="410" y="110"/>
                    <a:pt x="412" y="109"/>
                  </a:cubicBezTo>
                  <a:cubicBezTo>
                    <a:pt x="413" y="109"/>
                    <a:pt x="413" y="109"/>
                    <a:pt x="413" y="109"/>
                  </a:cubicBezTo>
                  <a:cubicBezTo>
                    <a:pt x="413" y="132"/>
                    <a:pt x="413" y="132"/>
                    <a:pt x="413" y="132"/>
                  </a:cubicBezTo>
                  <a:cubicBezTo>
                    <a:pt x="410" y="133"/>
                    <a:pt x="406" y="134"/>
                    <a:pt x="402" y="134"/>
                  </a:cubicBezTo>
                  <a:close/>
                  <a:moveTo>
                    <a:pt x="469" y="134"/>
                  </a:moveTo>
                  <a:cubicBezTo>
                    <a:pt x="440" y="134"/>
                    <a:pt x="420" y="116"/>
                    <a:pt x="420" y="85"/>
                  </a:cubicBezTo>
                  <a:cubicBezTo>
                    <a:pt x="420" y="56"/>
                    <a:pt x="440" y="36"/>
                    <a:pt x="465" y="36"/>
                  </a:cubicBezTo>
                  <a:cubicBezTo>
                    <a:pt x="494" y="36"/>
                    <a:pt x="507" y="55"/>
                    <a:pt x="507" y="83"/>
                  </a:cubicBezTo>
                  <a:cubicBezTo>
                    <a:pt x="507" y="93"/>
                    <a:pt x="507" y="93"/>
                    <a:pt x="507" y="93"/>
                  </a:cubicBezTo>
                  <a:cubicBezTo>
                    <a:pt x="448" y="93"/>
                    <a:pt x="448" y="93"/>
                    <a:pt x="448" y="93"/>
                  </a:cubicBezTo>
                  <a:cubicBezTo>
                    <a:pt x="451" y="108"/>
                    <a:pt x="462" y="112"/>
                    <a:pt x="474" y="112"/>
                  </a:cubicBezTo>
                  <a:cubicBezTo>
                    <a:pt x="484" y="112"/>
                    <a:pt x="491" y="110"/>
                    <a:pt x="500" y="104"/>
                  </a:cubicBezTo>
                  <a:cubicBezTo>
                    <a:pt x="501" y="104"/>
                    <a:pt x="501" y="104"/>
                    <a:pt x="501" y="104"/>
                  </a:cubicBezTo>
                  <a:cubicBezTo>
                    <a:pt x="501" y="126"/>
                    <a:pt x="501" y="126"/>
                    <a:pt x="501" y="126"/>
                  </a:cubicBezTo>
                  <a:cubicBezTo>
                    <a:pt x="493" y="131"/>
                    <a:pt x="482" y="134"/>
                    <a:pt x="469" y="134"/>
                  </a:cubicBezTo>
                  <a:close/>
                  <a:moveTo>
                    <a:pt x="448" y="74"/>
                  </a:moveTo>
                  <a:cubicBezTo>
                    <a:pt x="482" y="74"/>
                    <a:pt x="482" y="74"/>
                    <a:pt x="482" y="74"/>
                  </a:cubicBezTo>
                  <a:cubicBezTo>
                    <a:pt x="481" y="64"/>
                    <a:pt x="477" y="58"/>
                    <a:pt x="466" y="58"/>
                  </a:cubicBezTo>
                  <a:cubicBezTo>
                    <a:pt x="457" y="58"/>
                    <a:pt x="450" y="61"/>
                    <a:pt x="448" y="74"/>
                  </a:cubicBezTo>
                  <a:close/>
                  <a:moveTo>
                    <a:pt x="622" y="38"/>
                  </a:moveTo>
                  <a:cubicBezTo>
                    <a:pt x="642" y="38"/>
                    <a:pt x="642" y="38"/>
                    <a:pt x="642" y="38"/>
                  </a:cubicBezTo>
                  <a:cubicBezTo>
                    <a:pt x="642" y="60"/>
                    <a:pt x="642" y="60"/>
                    <a:pt x="642" y="60"/>
                  </a:cubicBezTo>
                  <a:cubicBezTo>
                    <a:pt x="622" y="60"/>
                    <a:pt x="622" y="60"/>
                    <a:pt x="622" y="60"/>
                  </a:cubicBezTo>
                  <a:cubicBezTo>
                    <a:pt x="622" y="99"/>
                    <a:pt x="622" y="99"/>
                    <a:pt x="622" y="99"/>
                  </a:cubicBezTo>
                  <a:cubicBezTo>
                    <a:pt x="622" y="107"/>
                    <a:pt x="625" y="111"/>
                    <a:pt x="633" y="111"/>
                  </a:cubicBezTo>
                  <a:cubicBezTo>
                    <a:pt x="636" y="111"/>
                    <a:pt x="639" y="110"/>
                    <a:pt x="642" y="109"/>
                  </a:cubicBezTo>
                  <a:cubicBezTo>
                    <a:pt x="642" y="109"/>
                    <a:pt x="642" y="109"/>
                    <a:pt x="642" y="109"/>
                  </a:cubicBezTo>
                  <a:cubicBezTo>
                    <a:pt x="642" y="131"/>
                    <a:pt x="642" y="131"/>
                    <a:pt x="642" y="131"/>
                  </a:cubicBezTo>
                  <a:cubicBezTo>
                    <a:pt x="639" y="132"/>
                    <a:pt x="633" y="134"/>
                    <a:pt x="625" y="134"/>
                  </a:cubicBezTo>
                  <a:cubicBezTo>
                    <a:pt x="603" y="134"/>
                    <a:pt x="594" y="124"/>
                    <a:pt x="594" y="100"/>
                  </a:cubicBezTo>
                  <a:cubicBezTo>
                    <a:pt x="594" y="60"/>
                    <a:pt x="594" y="60"/>
                    <a:pt x="594" y="60"/>
                  </a:cubicBezTo>
                  <a:cubicBezTo>
                    <a:pt x="558" y="60"/>
                    <a:pt x="558" y="60"/>
                    <a:pt x="558" y="60"/>
                  </a:cubicBezTo>
                  <a:cubicBezTo>
                    <a:pt x="558" y="99"/>
                    <a:pt x="558" y="99"/>
                    <a:pt x="558" y="99"/>
                  </a:cubicBezTo>
                  <a:cubicBezTo>
                    <a:pt x="558" y="107"/>
                    <a:pt x="561" y="111"/>
                    <a:pt x="570" y="111"/>
                  </a:cubicBezTo>
                  <a:cubicBezTo>
                    <a:pt x="572" y="111"/>
                    <a:pt x="575" y="110"/>
                    <a:pt x="578" y="109"/>
                  </a:cubicBezTo>
                  <a:cubicBezTo>
                    <a:pt x="579" y="109"/>
                    <a:pt x="579" y="109"/>
                    <a:pt x="579" y="109"/>
                  </a:cubicBezTo>
                  <a:cubicBezTo>
                    <a:pt x="579" y="131"/>
                    <a:pt x="579" y="131"/>
                    <a:pt x="579" y="131"/>
                  </a:cubicBezTo>
                  <a:cubicBezTo>
                    <a:pt x="575" y="132"/>
                    <a:pt x="570" y="134"/>
                    <a:pt x="562" y="134"/>
                  </a:cubicBezTo>
                  <a:cubicBezTo>
                    <a:pt x="539" y="134"/>
                    <a:pt x="530" y="124"/>
                    <a:pt x="530" y="100"/>
                  </a:cubicBezTo>
                  <a:cubicBezTo>
                    <a:pt x="530" y="60"/>
                    <a:pt x="530" y="60"/>
                    <a:pt x="530" y="60"/>
                  </a:cubicBezTo>
                  <a:cubicBezTo>
                    <a:pt x="516" y="60"/>
                    <a:pt x="516" y="60"/>
                    <a:pt x="516" y="60"/>
                  </a:cubicBezTo>
                  <a:cubicBezTo>
                    <a:pt x="516" y="38"/>
                    <a:pt x="516" y="38"/>
                    <a:pt x="516" y="38"/>
                  </a:cubicBezTo>
                  <a:cubicBezTo>
                    <a:pt x="530" y="38"/>
                    <a:pt x="530" y="38"/>
                    <a:pt x="530" y="38"/>
                  </a:cubicBezTo>
                  <a:cubicBezTo>
                    <a:pt x="530" y="12"/>
                    <a:pt x="530" y="12"/>
                    <a:pt x="530" y="12"/>
                  </a:cubicBezTo>
                  <a:cubicBezTo>
                    <a:pt x="558" y="12"/>
                    <a:pt x="558" y="12"/>
                    <a:pt x="558" y="12"/>
                  </a:cubicBezTo>
                  <a:cubicBezTo>
                    <a:pt x="558" y="38"/>
                    <a:pt x="558" y="38"/>
                    <a:pt x="558" y="38"/>
                  </a:cubicBezTo>
                  <a:cubicBezTo>
                    <a:pt x="594" y="38"/>
                    <a:pt x="594" y="38"/>
                    <a:pt x="594" y="38"/>
                  </a:cubicBezTo>
                  <a:cubicBezTo>
                    <a:pt x="594" y="12"/>
                    <a:pt x="594" y="12"/>
                    <a:pt x="594" y="12"/>
                  </a:cubicBezTo>
                  <a:cubicBezTo>
                    <a:pt x="622" y="12"/>
                    <a:pt x="622" y="12"/>
                    <a:pt x="622" y="12"/>
                  </a:cubicBezTo>
                  <a:cubicBezTo>
                    <a:pt x="622" y="38"/>
                    <a:pt x="622" y="38"/>
                    <a:pt x="622" y="38"/>
                  </a:cubicBezTo>
                  <a:close/>
                  <a:moveTo>
                    <a:pt x="787" y="45"/>
                  </a:moveTo>
                  <a:cubicBezTo>
                    <a:pt x="787" y="73"/>
                    <a:pt x="768" y="89"/>
                    <a:pt x="738" y="89"/>
                  </a:cubicBezTo>
                  <a:cubicBezTo>
                    <a:pt x="718" y="89"/>
                    <a:pt x="718" y="89"/>
                    <a:pt x="718" y="89"/>
                  </a:cubicBezTo>
                  <a:cubicBezTo>
                    <a:pt x="718" y="132"/>
                    <a:pt x="718" y="132"/>
                    <a:pt x="718" y="132"/>
                  </a:cubicBezTo>
                  <a:cubicBezTo>
                    <a:pt x="689" y="132"/>
                    <a:pt x="689" y="132"/>
                    <a:pt x="689" y="132"/>
                  </a:cubicBezTo>
                  <a:cubicBezTo>
                    <a:pt x="689" y="0"/>
                    <a:pt x="689" y="0"/>
                    <a:pt x="689" y="0"/>
                  </a:cubicBezTo>
                  <a:cubicBezTo>
                    <a:pt x="738" y="0"/>
                    <a:pt x="738" y="0"/>
                    <a:pt x="738" y="0"/>
                  </a:cubicBezTo>
                  <a:cubicBezTo>
                    <a:pt x="768" y="0"/>
                    <a:pt x="787" y="16"/>
                    <a:pt x="787" y="45"/>
                  </a:cubicBezTo>
                  <a:close/>
                  <a:moveTo>
                    <a:pt x="736" y="65"/>
                  </a:moveTo>
                  <a:cubicBezTo>
                    <a:pt x="751" y="65"/>
                    <a:pt x="758" y="57"/>
                    <a:pt x="758" y="45"/>
                  </a:cubicBezTo>
                  <a:cubicBezTo>
                    <a:pt x="758" y="33"/>
                    <a:pt x="751" y="24"/>
                    <a:pt x="736" y="24"/>
                  </a:cubicBezTo>
                  <a:cubicBezTo>
                    <a:pt x="718" y="24"/>
                    <a:pt x="718" y="24"/>
                    <a:pt x="718" y="24"/>
                  </a:cubicBezTo>
                  <a:cubicBezTo>
                    <a:pt x="718" y="65"/>
                    <a:pt x="718" y="65"/>
                    <a:pt x="718" y="65"/>
                  </a:cubicBezTo>
                  <a:lnTo>
                    <a:pt x="736" y="65"/>
                  </a:lnTo>
                  <a:close/>
                  <a:moveTo>
                    <a:pt x="849" y="123"/>
                  </a:moveTo>
                  <a:cubicBezTo>
                    <a:pt x="843" y="130"/>
                    <a:pt x="834" y="134"/>
                    <a:pt x="824" y="134"/>
                  </a:cubicBezTo>
                  <a:cubicBezTo>
                    <a:pt x="806" y="134"/>
                    <a:pt x="791" y="122"/>
                    <a:pt x="791" y="103"/>
                  </a:cubicBezTo>
                  <a:cubicBezTo>
                    <a:pt x="791" y="84"/>
                    <a:pt x="806" y="72"/>
                    <a:pt x="827" y="72"/>
                  </a:cubicBezTo>
                  <a:cubicBezTo>
                    <a:pt x="834" y="72"/>
                    <a:pt x="841" y="73"/>
                    <a:pt x="848" y="75"/>
                  </a:cubicBezTo>
                  <a:cubicBezTo>
                    <a:pt x="848" y="73"/>
                    <a:pt x="848" y="73"/>
                    <a:pt x="848" y="73"/>
                  </a:cubicBezTo>
                  <a:cubicBezTo>
                    <a:pt x="848" y="63"/>
                    <a:pt x="842" y="59"/>
                    <a:pt x="827" y="59"/>
                  </a:cubicBezTo>
                  <a:cubicBezTo>
                    <a:pt x="818" y="59"/>
                    <a:pt x="809" y="62"/>
                    <a:pt x="801" y="66"/>
                  </a:cubicBezTo>
                  <a:cubicBezTo>
                    <a:pt x="800" y="66"/>
                    <a:pt x="800" y="66"/>
                    <a:pt x="800" y="66"/>
                  </a:cubicBezTo>
                  <a:cubicBezTo>
                    <a:pt x="800" y="44"/>
                    <a:pt x="800" y="44"/>
                    <a:pt x="800" y="44"/>
                  </a:cubicBezTo>
                  <a:cubicBezTo>
                    <a:pt x="807" y="40"/>
                    <a:pt x="820" y="36"/>
                    <a:pt x="832" y="36"/>
                  </a:cubicBezTo>
                  <a:cubicBezTo>
                    <a:pt x="860" y="36"/>
                    <a:pt x="876" y="49"/>
                    <a:pt x="876" y="73"/>
                  </a:cubicBezTo>
                  <a:cubicBezTo>
                    <a:pt x="876" y="132"/>
                    <a:pt x="876" y="132"/>
                    <a:pt x="876" y="132"/>
                  </a:cubicBezTo>
                  <a:cubicBezTo>
                    <a:pt x="849" y="132"/>
                    <a:pt x="849" y="132"/>
                    <a:pt x="849" y="132"/>
                  </a:cubicBezTo>
                  <a:cubicBezTo>
                    <a:pt x="849" y="123"/>
                    <a:pt x="849" y="123"/>
                    <a:pt x="849" y="123"/>
                  </a:cubicBezTo>
                  <a:close/>
                  <a:moveTo>
                    <a:pt x="848" y="102"/>
                  </a:moveTo>
                  <a:cubicBezTo>
                    <a:pt x="848" y="94"/>
                    <a:pt x="848" y="94"/>
                    <a:pt x="848" y="94"/>
                  </a:cubicBezTo>
                  <a:cubicBezTo>
                    <a:pt x="844" y="92"/>
                    <a:pt x="838" y="91"/>
                    <a:pt x="833" y="91"/>
                  </a:cubicBezTo>
                  <a:cubicBezTo>
                    <a:pt x="823" y="91"/>
                    <a:pt x="818" y="95"/>
                    <a:pt x="818" y="102"/>
                  </a:cubicBezTo>
                  <a:cubicBezTo>
                    <a:pt x="818" y="110"/>
                    <a:pt x="823" y="113"/>
                    <a:pt x="832" y="113"/>
                  </a:cubicBezTo>
                  <a:cubicBezTo>
                    <a:pt x="839" y="113"/>
                    <a:pt x="845" y="109"/>
                    <a:pt x="848" y="102"/>
                  </a:cubicBezTo>
                  <a:close/>
                  <a:moveTo>
                    <a:pt x="890" y="85"/>
                  </a:moveTo>
                  <a:cubicBezTo>
                    <a:pt x="890" y="55"/>
                    <a:pt x="911" y="36"/>
                    <a:pt x="939" y="36"/>
                  </a:cubicBezTo>
                  <a:cubicBezTo>
                    <a:pt x="949" y="36"/>
                    <a:pt x="958" y="38"/>
                    <a:pt x="965" y="43"/>
                  </a:cubicBezTo>
                  <a:cubicBezTo>
                    <a:pt x="965" y="67"/>
                    <a:pt x="965" y="67"/>
                    <a:pt x="965" y="67"/>
                  </a:cubicBezTo>
                  <a:cubicBezTo>
                    <a:pt x="964" y="67"/>
                    <a:pt x="964" y="67"/>
                    <a:pt x="964" y="67"/>
                  </a:cubicBezTo>
                  <a:cubicBezTo>
                    <a:pt x="958" y="62"/>
                    <a:pt x="951" y="60"/>
                    <a:pt x="943" y="60"/>
                  </a:cubicBezTo>
                  <a:cubicBezTo>
                    <a:pt x="929" y="60"/>
                    <a:pt x="918" y="69"/>
                    <a:pt x="918" y="85"/>
                  </a:cubicBezTo>
                  <a:cubicBezTo>
                    <a:pt x="918" y="101"/>
                    <a:pt x="929" y="110"/>
                    <a:pt x="943" y="110"/>
                  </a:cubicBezTo>
                  <a:cubicBezTo>
                    <a:pt x="951" y="110"/>
                    <a:pt x="958" y="108"/>
                    <a:pt x="964" y="103"/>
                  </a:cubicBezTo>
                  <a:cubicBezTo>
                    <a:pt x="965" y="103"/>
                    <a:pt x="965" y="103"/>
                    <a:pt x="965" y="103"/>
                  </a:cubicBezTo>
                  <a:cubicBezTo>
                    <a:pt x="965" y="127"/>
                    <a:pt x="965" y="127"/>
                    <a:pt x="965" y="127"/>
                  </a:cubicBezTo>
                  <a:cubicBezTo>
                    <a:pt x="958" y="132"/>
                    <a:pt x="949" y="134"/>
                    <a:pt x="939" y="134"/>
                  </a:cubicBezTo>
                  <a:cubicBezTo>
                    <a:pt x="911" y="134"/>
                    <a:pt x="890" y="115"/>
                    <a:pt x="890" y="85"/>
                  </a:cubicBezTo>
                  <a:close/>
                  <a:moveTo>
                    <a:pt x="1010" y="89"/>
                  </a:moveTo>
                  <a:cubicBezTo>
                    <a:pt x="1010" y="132"/>
                    <a:pt x="1010" y="132"/>
                    <a:pt x="1010" y="132"/>
                  </a:cubicBezTo>
                  <a:cubicBezTo>
                    <a:pt x="983" y="132"/>
                    <a:pt x="983" y="132"/>
                    <a:pt x="983" y="132"/>
                  </a:cubicBezTo>
                  <a:cubicBezTo>
                    <a:pt x="983" y="0"/>
                    <a:pt x="983" y="0"/>
                    <a:pt x="983" y="0"/>
                  </a:cubicBezTo>
                  <a:cubicBezTo>
                    <a:pt x="1010" y="0"/>
                    <a:pt x="1010" y="0"/>
                    <a:pt x="1010" y="0"/>
                  </a:cubicBezTo>
                  <a:cubicBezTo>
                    <a:pt x="1010" y="75"/>
                    <a:pt x="1010" y="75"/>
                    <a:pt x="1010" y="75"/>
                  </a:cubicBezTo>
                  <a:cubicBezTo>
                    <a:pt x="1039" y="38"/>
                    <a:pt x="1039" y="38"/>
                    <a:pt x="1039" y="38"/>
                  </a:cubicBezTo>
                  <a:cubicBezTo>
                    <a:pt x="1070" y="38"/>
                    <a:pt x="1070" y="38"/>
                    <a:pt x="1070" y="38"/>
                  </a:cubicBezTo>
                  <a:cubicBezTo>
                    <a:pt x="1070" y="39"/>
                    <a:pt x="1070" y="39"/>
                    <a:pt x="1070" y="39"/>
                  </a:cubicBezTo>
                  <a:cubicBezTo>
                    <a:pt x="1036" y="82"/>
                    <a:pt x="1036" y="82"/>
                    <a:pt x="1036" y="82"/>
                  </a:cubicBezTo>
                  <a:cubicBezTo>
                    <a:pt x="1070" y="131"/>
                    <a:pt x="1070" y="131"/>
                    <a:pt x="1070" y="131"/>
                  </a:cubicBezTo>
                  <a:cubicBezTo>
                    <a:pt x="1070" y="132"/>
                    <a:pt x="1070" y="132"/>
                    <a:pt x="1070" y="132"/>
                  </a:cubicBezTo>
                  <a:cubicBezTo>
                    <a:pt x="1038" y="132"/>
                    <a:pt x="1038" y="132"/>
                    <a:pt x="1038" y="132"/>
                  </a:cubicBezTo>
                  <a:lnTo>
                    <a:pt x="1010" y="89"/>
                  </a:lnTo>
                  <a:close/>
                  <a:moveTo>
                    <a:pt x="1133" y="123"/>
                  </a:moveTo>
                  <a:cubicBezTo>
                    <a:pt x="1127" y="130"/>
                    <a:pt x="1118" y="134"/>
                    <a:pt x="1108" y="134"/>
                  </a:cubicBezTo>
                  <a:cubicBezTo>
                    <a:pt x="1090" y="134"/>
                    <a:pt x="1075" y="122"/>
                    <a:pt x="1075" y="103"/>
                  </a:cubicBezTo>
                  <a:cubicBezTo>
                    <a:pt x="1075" y="84"/>
                    <a:pt x="1090" y="72"/>
                    <a:pt x="1112" y="72"/>
                  </a:cubicBezTo>
                  <a:cubicBezTo>
                    <a:pt x="1118" y="72"/>
                    <a:pt x="1125" y="73"/>
                    <a:pt x="1133" y="75"/>
                  </a:cubicBezTo>
                  <a:cubicBezTo>
                    <a:pt x="1133" y="73"/>
                    <a:pt x="1133" y="73"/>
                    <a:pt x="1133" y="73"/>
                  </a:cubicBezTo>
                  <a:cubicBezTo>
                    <a:pt x="1133" y="63"/>
                    <a:pt x="1127" y="59"/>
                    <a:pt x="1112" y="59"/>
                  </a:cubicBezTo>
                  <a:cubicBezTo>
                    <a:pt x="1102" y="59"/>
                    <a:pt x="1093" y="62"/>
                    <a:pt x="1086" y="66"/>
                  </a:cubicBezTo>
                  <a:cubicBezTo>
                    <a:pt x="1084" y="66"/>
                    <a:pt x="1084" y="66"/>
                    <a:pt x="1084" y="66"/>
                  </a:cubicBezTo>
                  <a:cubicBezTo>
                    <a:pt x="1084" y="44"/>
                    <a:pt x="1084" y="44"/>
                    <a:pt x="1084" y="44"/>
                  </a:cubicBezTo>
                  <a:cubicBezTo>
                    <a:pt x="1092" y="40"/>
                    <a:pt x="1104" y="36"/>
                    <a:pt x="1117" y="36"/>
                  </a:cubicBezTo>
                  <a:cubicBezTo>
                    <a:pt x="1145" y="36"/>
                    <a:pt x="1160" y="49"/>
                    <a:pt x="1160" y="73"/>
                  </a:cubicBezTo>
                  <a:cubicBezTo>
                    <a:pt x="1160" y="132"/>
                    <a:pt x="1160" y="132"/>
                    <a:pt x="1160" y="132"/>
                  </a:cubicBezTo>
                  <a:cubicBezTo>
                    <a:pt x="1133" y="132"/>
                    <a:pt x="1133" y="132"/>
                    <a:pt x="1133" y="132"/>
                  </a:cubicBezTo>
                  <a:cubicBezTo>
                    <a:pt x="1133" y="123"/>
                    <a:pt x="1133" y="123"/>
                    <a:pt x="1133" y="123"/>
                  </a:cubicBezTo>
                  <a:close/>
                  <a:moveTo>
                    <a:pt x="1133" y="102"/>
                  </a:moveTo>
                  <a:cubicBezTo>
                    <a:pt x="1133" y="94"/>
                    <a:pt x="1133" y="94"/>
                    <a:pt x="1133" y="94"/>
                  </a:cubicBezTo>
                  <a:cubicBezTo>
                    <a:pt x="1128" y="92"/>
                    <a:pt x="1123" y="91"/>
                    <a:pt x="1117" y="91"/>
                  </a:cubicBezTo>
                  <a:cubicBezTo>
                    <a:pt x="1108" y="91"/>
                    <a:pt x="1103" y="95"/>
                    <a:pt x="1103" y="102"/>
                  </a:cubicBezTo>
                  <a:cubicBezTo>
                    <a:pt x="1103" y="110"/>
                    <a:pt x="1108" y="113"/>
                    <a:pt x="1116" y="113"/>
                  </a:cubicBezTo>
                  <a:cubicBezTo>
                    <a:pt x="1124" y="113"/>
                    <a:pt x="1130" y="109"/>
                    <a:pt x="1133" y="102"/>
                  </a:cubicBezTo>
                  <a:close/>
                  <a:moveTo>
                    <a:pt x="1207" y="53"/>
                  </a:moveTo>
                  <a:cubicBezTo>
                    <a:pt x="1212" y="43"/>
                    <a:pt x="1220" y="37"/>
                    <a:pt x="1230" y="37"/>
                  </a:cubicBezTo>
                  <a:cubicBezTo>
                    <a:pt x="1234" y="37"/>
                    <a:pt x="1238" y="38"/>
                    <a:pt x="1239" y="39"/>
                  </a:cubicBezTo>
                  <a:cubicBezTo>
                    <a:pt x="1239" y="65"/>
                    <a:pt x="1239" y="65"/>
                    <a:pt x="1239" y="65"/>
                  </a:cubicBezTo>
                  <a:cubicBezTo>
                    <a:pt x="1238" y="65"/>
                    <a:pt x="1238" y="65"/>
                    <a:pt x="1238" y="65"/>
                  </a:cubicBezTo>
                  <a:cubicBezTo>
                    <a:pt x="1235" y="64"/>
                    <a:pt x="1231" y="63"/>
                    <a:pt x="1226" y="63"/>
                  </a:cubicBezTo>
                  <a:cubicBezTo>
                    <a:pt x="1217" y="63"/>
                    <a:pt x="1210" y="68"/>
                    <a:pt x="1208" y="78"/>
                  </a:cubicBezTo>
                  <a:cubicBezTo>
                    <a:pt x="1208" y="132"/>
                    <a:pt x="1208" y="132"/>
                    <a:pt x="1208" y="132"/>
                  </a:cubicBezTo>
                  <a:cubicBezTo>
                    <a:pt x="1180" y="132"/>
                    <a:pt x="1180" y="132"/>
                    <a:pt x="1180" y="132"/>
                  </a:cubicBezTo>
                  <a:cubicBezTo>
                    <a:pt x="1180" y="38"/>
                    <a:pt x="1180" y="38"/>
                    <a:pt x="1180" y="38"/>
                  </a:cubicBezTo>
                  <a:cubicBezTo>
                    <a:pt x="1207" y="38"/>
                    <a:pt x="1207" y="38"/>
                    <a:pt x="1207" y="38"/>
                  </a:cubicBezTo>
                  <a:cubicBezTo>
                    <a:pt x="1207" y="53"/>
                    <a:pt x="1207" y="53"/>
                    <a:pt x="1207" y="53"/>
                  </a:cubicBezTo>
                  <a:close/>
                  <a:moveTo>
                    <a:pt x="1314" y="122"/>
                  </a:moveTo>
                  <a:cubicBezTo>
                    <a:pt x="1308" y="130"/>
                    <a:pt x="1298" y="134"/>
                    <a:pt x="1286" y="134"/>
                  </a:cubicBezTo>
                  <a:cubicBezTo>
                    <a:pt x="1262" y="134"/>
                    <a:pt x="1246" y="112"/>
                    <a:pt x="1246" y="85"/>
                  </a:cubicBezTo>
                  <a:cubicBezTo>
                    <a:pt x="1246" y="58"/>
                    <a:pt x="1262" y="36"/>
                    <a:pt x="1286" y="36"/>
                  </a:cubicBezTo>
                  <a:cubicBezTo>
                    <a:pt x="1298" y="36"/>
                    <a:pt x="1307" y="40"/>
                    <a:pt x="1313" y="47"/>
                  </a:cubicBezTo>
                  <a:cubicBezTo>
                    <a:pt x="1313" y="0"/>
                    <a:pt x="1313" y="0"/>
                    <a:pt x="1313" y="0"/>
                  </a:cubicBezTo>
                  <a:cubicBezTo>
                    <a:pt x="1341" y="0"/>
                    <a:pt x="1341" y="0"/>
                    <a:pt x="1341" y="0"/>
                  </a:cubicBezTo>
                  <a:cubicBezTo>
                    <a:pt x="1341" y="132"/>
                    <a:pt x="1341" y="132"/>
                    <a:pt x="1341" y="132"/>
                  </a:cubicBezTo>
                  <a:cubicBezTo>
                    <a:pt x="1314" y="132"/>
                    <a:pt x="1314" y="132"/>
                    <a:pt x="1314" y="132"/>
                  </a:cubicBezTo>
                  <a:cubicBezTo>
                    <a:pt x="1314" y="122"/>
                    <a:pt x="1314" y="122"/>
                    <a:pt x="1314" y="122"/>
                  </a:cubicBezTo>
                  <a:close/>
                  <a:moveTo>
                    <a:pt x="1313" y="100"/>
                  </a:moveTo>
                  <a:cubicBezTo>
                    <a:pt x="1313" y="70"/>
                    <a:pt x="1313" y="70"/>
                    <a:pt x="1313" y="70"/>
                  </a:cubicBezTo>
                  <a:cubicBezTo>
                    <a:pt x="1308" y="63"/>
                    <a:pt x="1302" y="60"/>
                    <a:pt x="1295" y="60"/>
                  </a:cubicBezTo>
                  <a:cubicBezTo>
                    <a:pt x="1283" y="60"/>
                    <a:pt x="1275" y="69"/>
                    <a:pt x="1275" y="85"/>
                  </a:cubicBezTo>
                  <a:cubicBezTo>
                    <a:pt x="1275" y="101"/>
                    <a:pt x="1283" y="110"/>
                    <a:pt x="1295" y="110"/>
                  </a:cubicBezTo>
                  <a:cubicBezTo>
                    <a:pt x="1302" y="110"/>
                    <a:pt x="1308" y="107"/>
                    <a:pt x="1313" y="100"/>
                  </a:cubicBezTo>
                  <a:close/>
                  <a:moveTo>
                    <a:pt x="0" y="175"/>
                  </a:moveTo>
                  <a:cubicBezTo>
                    <a:pt x="81" y="175"/>
                    <a:pt x="81" y="175"/>
                    <a:pt x="81" y="175"/>
                  </a:cubicBezTo>
                  <a:cubicBezTo>
                    <a:pt x="81" y="191"/>
                    <a:pt x="81" y="191"/>
                    <a:pt x="81" y="191"/>
                  </a:cubicBezTo>
                  <a:cubicBezTo>
                    <a:pt x="18" y="191"/>
                    <a:pt x="18" y="191"/>
                    <a:pt x="18" y="191"/>
                  </a:cubicBezTo>
                  <a:cubicBezTo>
                    <a:pt x="18" y="231"/>
                    <a:pt x="18" y="231"/>
                    <a:pt x="18" y="231"/>
                  </a:cubicBezTo>
                  <a:cubicBezTo>
                    <a:pt x="75" y="231"/>
                    <a:pt x="75" y="231"/>
                    <a:pt x="75" y="231"/>
                  </a:cubicBezTo>
                  <a:cubicBezTo>
                    <a:pt x="75" y="247"/>
                    <a:pt x="75" y="247"/>
                    <a:pt x="75" y="247"/>
                  </a:cubicBezTo>
                  <a:cubicBezTo>
                    <a:pt x="18" y="247"/>
                    <a:pt x="18" y="247"/>
                    <a:pt x="18" y="247"/>
                  </a:cubicBezTo>
                  <a:cubicBezTo>
                    <a:pt x="18" y="291"/>
                    <a:pt x="18" y="291"/>
                    <a:pt x="18" y="291"/>
                  </a:cubicBezTo>
                  <a:cubicBezTo>
                    <a:pt x="81" y="291"/>
                    <a:pt x="81" y="291"/>
                    <a:pt x="81" y="291"/>
                  </a:cubicBezTo>
                  <a:cubicBezTo>
                    <a:pt x="81" y="307"/>
                    <a:pt x="81" y="307"/>
                    <a:pt x="81" y="307"/>
                  </a:cubicBezTo>
                  <a:cubicBezTo>
                    <a:pt x="0" y="307"/>
                    <a:pt x="0" y="307"/>
                    <a:pt x="0" y="307"/>
                  </a:cubicBezTo>
                  <a:lnTo>
                    <a:pt x="0" y="175"/>
                  </a:lnTo>
                  <a:close/>
                  <a:moveTo>
                    <a:pt x="149" y="212"/>
                  </a:moveTo>
                  <a:cubicBezTo>
                    <a:pt x="169" y="212"/>
                    <a:pt x="181" y="226"/>
                    <a:pt x="181" y="248"/>
                  </a:cubicBezTo>
                  <a:cubicBezTo>
                    <a:pt x="181" y="307"/>
                    <a:pt x="181" y="307"/>
                    <a:pt x="181" y="307"/>
                  </a:cubicBezTo>
                  <a:cubicBezTo>
                    <a:pt x="164" y="307"/>
                    <a:pt x="164" y="307"/>
                    <a:pt x="164" y="307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4" y="237"/>
                    <a:pt x="157" y="228"/>
                    <a:pt x="144" y="228"/>
                  </a:cubicBezTo>
                  <a:cubicBezTo>
                    <a:pt x="133" y="228"/>
                    <a:pt x="124" y="235"/>
                    <a:pt x="121" y="245"/>
                  </a:cubicBezTo>
                  <a:cubicBezTo>
                    <a:pt x="121" y="307"/>
                    <a:pt x="121" y="307"/>
                    <a:pt x="121" y="307"/>
                  </a:cubicBezTo>
                  <a:cubicBezTo>
                    <a:pt x="103" y="307"/>
                    <a:pt x="103" y="307"/>
                    <a:pt x="103" y="307"/>
                  </a:cubicBezTo>
                  <a:cubicBezTo>
                    <a:pt x="103" y="214"/>
                    <a:pt x="103" y="214"/>
                    <a:pt x="103" y="214"/>
                  </a:cubicBezTo>
                  <a:cubicBezTo>
                    <a:pt x="121" y="214"/>
                    <a:pt x="121" y="214"/>
                    <a:pt x="121" y="214"/>
                  </a:cubicBezTo>
                  <a:cubicBezTo>
                    <a:pt x="121" y="227"/>
                    <a:pt x="121" y="227"/>
                    <a:pt x="121" y="227"/>
                  </a:cubicBezTo>
                  <a:cubicBezTo>
                    <a:pt x="126" y="219"/>
                    <a:pt x="136" y="212"/>
                    <a:pt x="149" y="212"/>
                  </a:cubicBezTo>
                  <a:close/>
                  <a:moveTo>
                    <a:pt x="228" y="214"/>
                  </a:moveTo>
                  <a:cubicBezTo>
                    <a:pt x="252" y="214"/>
                    <a:pt x="252" y="214"/>
                    <a:pt x="252" y="214"/>
                  </a:cubicBezTo>
                  <a:cubicBezTo>
                    <a:pt x="252" y="229"/>
                    <a:pt x="252" y="229"/>
                    <a:pt x="252" y="229"/>
                  </a:cubicBezTo>
                  <a:cubicBezTo>
                    <a:pt x="228" y="229"/>
                    <a:pt x="228" y="229"/>
                    <a:pt x="228" y="229"/>
                  </a:cubicBezTo>
                  <a:cubicBezTo>
                    <a:pt x="228" y="279"/>
                    <a:pt x="228" y="279"/>
                    <a:pt x="228" y="279"/>
                  </a:cubicBezTo>
                  <a:cubicBezTo>
                    <a:pt x="228" y="289"/>
                    <a:pt x="234" y="293"/>
                    <a:pt x="243" y="293"/>
                  </a:cubicBezTo>
                  <a:cubicBezTo>
                    <a:pt x="246" y="293"/>
                    <a:pt x="249" y="293"/>
                    <a:pt x="251" y="292"/>
                  </a:cubicBezTo>
                  <a:cubicBezTo>
                    <a:pt x="252" y="292"/>
                    <a:pt x="252" y="292"/>
                    <a:pt x="252" y="292"/>
                  </a:cubicBezTo>
                  <a:cubicBezTo>
                    <a:pt x="252" y="307"/>
                    <a:pt x="252" y="307"/>
                    <a:pt x="252" y="307"/>
                  </a:cubicBezTo>
                  <a:cubicBezTo>
                    <a:pt x="249" y="308"/>
                    <a:pt x="246" y="309"/>
                    <a:pt x="241" y="309"/>
                  </a:cubicBezTo>
                  <a:cubicBezTo>
                    <a:pt x="219" y="309"/>
                    <a:pt x="211" y="299"/>
                    <a:pt x="211" y="281"/>
                  </a:cubicBezTo>
                  <a:cubicBezTo>
                    <a:pt x="211" y="229"/>
                    <a:pt x="211" y="229"/>
                    <a:pt x="211" y="229"/>
                  </a:cubicBezTo>
                  <a:cubicBezTo>
                    <a:pt x="195" y="229"/>
                    <a:pt x="195" y="229"/>
                    <a:pt x="195" y="229"/>
                  </a:cubicBezTo>
                  <a:cubicBezTo>
                    <a:pt x="195" y="214"/>
                    <a:pt x="195" y="214"/>
                    <a:pt x="195" y="214"/>
                  </a:cubicBezTo>
                  <a:cubicBezTo>
                    <a:pt x="211" y="214"/>
                    <a:pt x="211" y="214"/>
                    <a:pt x="211" y="214"/>
                  </a:cubicBezTo>
                  <a:cubicBezTo>
                    <a:pt x="211" y="189"/>
                    <a:pt x="211" y="189"/>
                    <a:pt x="211" y="189"/>
                  </a:cubicBezTo>
                  <a:cubicBezTo>
                    <a:pt x="228" y="189"/>
                    <a:pt x="228" y="189"/>
                    <a:pt x="228" y="189"/>
                  </a:cubicBezTo>
                  <a:lnTo>
                    <a:pt x="228" y="214"/>
                  </a:lnTo>
                  <a:close/>
                  <a:moveTo>
                    <a:pt x="309" y="309"/>
                  </a:moveTo>
                  <a:cubicBezTo>
                    <a:pt x="282" y="309"/>
                    <a:pt x="263" y="290"/>
                    <a:pt x="263" y="261"/>
                  </a:cubicBezTo>
                  <a:cubicBezTo>
                    <a:pt x="263" y="232"/>
                    <a:pt x="280" y="212"/>
                    <a:pt x="305" y="212"/>
                  </a:cubicBezTo>
                  <a:cubicBezTo>
                    <a:pt x="331" y="212"/>
                    <a:pt x="344" y="230"/>
                    <a:pt x="344" y="258"/>
                  </a:cubicBezTo>
                  <a:cubicBezTo>
                    <a:pt x="344" y="266"/>
                    <a:pt x="344" y="266"/>
                    <a:pt x="344" y="266"/>
                  </a:cubicBezTo>
                  <a:cubicBezTo>
                    <a:pt x="281" y="266"/>
                    <a:pt x="281" y="266"/>
                    <a:pt x="281" y="266"/>
                  </a:cubicBezTo>
                  <a:cubicBezTo>
                    <a:pt x="282" y="284"/>
                    <a:pt x="295" y="293"/>
                    <a:pt x="311" y="293"/>
                  </a:cubicBezTo>
                  <a:cubicBezTo>
                    <a:pt x="321" y="293"/>
                    <a:pt x="329" y="291"/>
                    <a:pt x="337" y="285"/>
                  </a:cubicBezTo>
                  <a:cubicBezTo>
                    <a:pt x="338" y="285"/>
                    <a:pt x="338" y="285"/>
                    <a:pt x="338" y="285"/>
                  </a:cubicBezTo>
                  <a:cubicBezTo>
                    <a:pt x="338" y="300"/>
                    <a:pt x="338" y="300"/>
                    <a:pt x="338" y="300"/>
                  </a:cubicBezTo>
                  <a:cubicBezTo>
                    <a:pt x="330" y="306"/>
                    <a:pt x="320" y="309"/>
                    <a:pt x="309" y="309"/>
                  </a:cubicBezTo>
                  <a:close/>
                  <a:moveTo>
                    <a:pt x="281" y="251"/>
                  </a:moveTo>
                  <a:cubicBezTo>
                    <a:pt x="327" y="251"/>
                    <a:pt x="327" y="251"/>
                    <a:pt x="327" y="251"/>
                  </a:cubicBezTo>
                  <a:cubicBezTo>
                    <a:pt x="327" y="237"/>
                    <a:pt x="320" y="227"/>
                    <a:pt x="306" y="227"/>
                  </a:cubicBezTo>
                  <a:cubicBezTo>
                    <a:pt x="292" y="227"/>
                    <a:pt x="284" y="237"/>
                    <a:pt x="281" y="251"/>
                  </a:cubicBezTo>
                  <a:close/>
                  <a:moveTo>
                    <a:pt x="382" y="228"/>
                  </a:moveTo>
                  <a:cubicBezTo>
                    <a:pt x="386" y="218"/>
                    <a:pt x="395" y="212"/>
                    <a:pt x="405" y="212"/>
                  </a:cubicBezTo>
                  <a:cubicBezTo>
                    <a:pt x="409" y="212"/>
                    <a:pt x="413" y="213"/>
                    <a:pt x="414" y="214"/>
                  </a:cubicBezTo>
                  <a:cubicBezTo>
                    <a:pt x="414" y="231"/>
                    <a:pt x="414" y="231"/>
                    <a:pt x="414" y="231"/>
                  </a:cubicBezTo>
                  <a:cubicBezTo>
                    <a:pt x="414" y="231"/>
                    <a:pt x="414" y="231"/>
                    <a:pt x="414" y="231"/>
                  </a:cubicBezTo>
                  <a:cubicBezTo>
                    <a:pt x="411" y="230"/>
                    <a:pt x="407" y="229"/>
                    <a:pt x="403" y="229"/>
                  </a:cubicBezTo>
                  <a:cubicBezTo>
                    <a:pt x="393" y="229"/>
                    <a:pt x="385" y="236"/>
                    <a:pt x="382" y="246"/>
                  </a:cubicBezTo>
                  <a:cubicBezTo>
                    <a:pt x="382" y="307"/>
                    <a:pt x="382" y="307"/>
                    <a:pt x="382" y="307"/>
                  </a:cubicBezTo>
                  <a:cubicBezTo>
                    <a:pt x="365" y="307"/>
                    <a:pt x="365" y="307"/>
                    <a:pt x="365" y="307"/>
                  </a:cubicBezTo>
                  <a:cubicBezTo>
                    <a:pt x="365" y="214"/>
                    <a:pt x="365" y="214"/>
                    <a:pt x="365" y="214"/>
                  </a:cubicBezTo>
                  <a:cubicBezTo>
                    <a:pt x="382" y="214"/>
                    <a:pt x="382" y="214"/>
                    <a:pt x="382" y="214"/>
                  </a:cubicBezTo>
                  <a:cubicBezTo>
                    <a:pt x="382" y="228"/>
                    <a:pt x="382" y="228"/>
                    <a:pt x="382" y="228"/>
                  </a:cubicBezTo>
                  <a:close/>
                  <a:moveTo>
                    <a:pt x="474" y="212"/>
                  </a:moveTo>
                  <a:cubicBezTo>
                    <a:pt x="502" y="212"/>
                    <a:pt x="516" y="235"/>
                    <a:pt x="516" y="260"/>
                  </a:cubicBezTo>
                  <a:cubicBezTo>
                    <a:pt x="516" y="286"/>
                    <a:pt x="502" y="309"/>
                    <a:pt x="474" y="309"/>
                  </a:cubicBezTo>
                  <a:cubicBezTo>
                    <a:pt x="463" y="309"/>
                    <a:pt x="453" y="303"/>
                    <a:pt x="448" y="296"/>
                  </a:cubicBezTo>
                  <a:cubicBezTo>
                    <a:pt x="448" y="342"/>
                    <a:pt x="448" y="342"/>
                    <a:pt x="448" y="342"/>
                  </a:cubicBezTo>
                  <a:cubicBezTo>
                    <a:pt x="430" y="342"/>
                    <a:pt x="430" y="342"/>
                    <a:pt x="430" y="342"/>
                  </a:cubicBezTo>
                  <a:cubicBezTo>
                    <a:pt x="430" y="214"/>
                    <a:pt x="430" y="214"/>
                    <a:pt x="430" y="214"/>
                  </a:cubicBezTo>
                  <a:cubicBezTo>
                    <a:pt x="448" y="214"/>
                    <a:pt x="448" y="214"/>
                    <a:pt x="448" y="214"/>
                  </a:cubicBezTo>
                  <a:cubicBezTo>
                    <a:pt x="448" y="224"/>
                    <a:pt x="448" y="224"/>
                    <a:pt x="448" y="224"/>
                  </a:cubicBezTo>
                  <a:cubicBezTo>
                    <a:pt x="453" y="218"/>
                    <a:pt x="463" y="212"/>
                    <a:pt x="474" y="212"/>
                  </a:cubicBezTo>
                  <a:close/>
                  <a:moveTo>
                    <a:pt x="471" y="293"/>
                  </a:moveTo>
                  <a:cubicBezTo>
                    <a:pt x="488" y="293"/>
                    <a:pt x="498" y="279"/>
                    <a:pt x="498" y="260"/>
                  </a:cubicBezTo>
                  <a:cubicBezTo>
                    <a:pt x="498" y="242"/>
                    <a:pt x="488" y="228"/>
                    <a:pt x="471" y="228"/>
                  </a:cubicBezTo>
                  <a:cubicBezTo>
                    <a:pt x="461" y="228"/>
                    <a:pt x="453" y="233"/>
                    <a:pt x="448" y="243"/>
                  </a:cubicBezTo>
                  <a:cubicBezTo>
                    <a:pt x="448" y="278"/>
                    <a:pt x="448" y="278"/>
                    <a:pt x="448" y="278"/>
                  </a:cubicBezTo>
                  <a:cubicBezTo>
                    <a:pt x="453" y="287"/>
                    <a:pt x="461" y="293"/>
                    <a:pt x="471" y="293"/>
                  </a:cubicBezTo>
                  <a:close/>
                  <a:moveTo>
                    <a:pt x="554" y="228"/>
                  </a:moveTo>
                  <a:cubicBezTo>
                    <a:pt x="558" y="218"/>
                    <a:pt x="567" y="212"/>
                    <a:pt x="577" y="212"/>
                  </a:cubicBezTo>
                  <a:cubicBezTo>
                    <a:pt x="581" y="212"/>
                    <a:pt x="585" y="213"/>
                    <a:pt x="587" y="214"/>
                  </a:cubicBezTo>
                  <a:cubicBezTo>
                    <a:pt x="587" y="231"/>
                    <a:pt x="587" y="231"/>
                    <a:pt x="587" y="231"/>
                  </a:cubicBezTo>
                  <a:cubicBezTo>
                    <a:pt x="586" y="231"/>
                    <a:pt x="586" y="231"/>
                    <a:pt x="586" y="231"/>
                  </a:cubicBezTo>
                  <a:cubicBezTo>
                    <a:pt x="583" y="230"/>
                    <a:pt x="579" y="229"/>
                    <a:pt x="575" y="229"/>
                  </a:cubicBezTo>
                  <a:cubicBezTo>
                    <a:pt x="565" y="229"/>
                    <a:pt x="557" y="236"/>
                    <a:pt x="554" y="246"/>
                  </a:cubicBezTo>
                  <a:cubicBezTo>
                    <a:pt x="554" y="307"/>
                    <a:pt x="554" y="307"/>
                    <a:pt x="554" y="307"/>
                  </a:cubicBezTo>
                  <a:cubicBezTo>
                    <a:pt x="537" y="307"/>
                    <a:pt x="537" y="307"/>
                    <a:pt x="537" y="307"/>
                  </a:cubicBezTo>
                  <a:cubicBezTo>
                    <a:pt x="537" y="214"/>
                    <a:pt x="537" y="214"/>
                    <a:pt x="537" y="214"/>
                  </a:cubicBezTo>
                  <a:cubicBezTo>
                    <a:pt x="554" y="214"/>
                    <a:pt x="554" y="214"/>
                    <a:pt x="554" y="214"/>
                  </a:cubicBezTo>
                  <a:cubicBezTo>
                    <a:pt x="554" y="228"/>
                    <a:pt x="554" y="228"/>
                    <a:pt x="554" y="228"/>
                  </a:cubicBezTo>
                  <a:close/>
                  <a:moveTo>
                    <a:pt x="612" y="176"/>
                  </a:moveTo>
                  <a:cubicBezTo>
                    <a:pt x="618" y="176"/>
                    <a:pt x="623" y="181"/>
                    <a:pt x="623" y="187"/>
                  </a:cubicBezTo>
                  <a:cubicBezTo>
                    <a:pt x="623" y="193"/>
                    <a:pt x="618" y="198"/>
                    <a:pt x="612" y="198"/>
                  </a:cubicBezTo>
                  <a:cubicBezTo>
                    <a:pt x="606" y="198"/>
                    <a:pt x="601" y="193"/>
                    <a:pt x="601" y="187"/>
                  </a:cubicBezTo>
                  <a:cubicBezTo>
                    <a:pt x="601" y="181"/>
                    <a:pt x="606" y="176"/>
                    <a:pt x="612" y="176"/>
                  </a:cubicBezTo>
                  <a:close/>
                  <a:moveTo>
                    <a:pt x="603" y="214"/>
                  </a:moveTo>
                  <a:cubicBezTo>
                    <a:pt x="621" y="214"/>
                    <a:pt x="621" y="214"/>
                    <a:pt x="621" y="214"/>
                  </a:cubicBezTo>
                  <a:cubicBezTo>
                    <a:pt x="621" y="307"/>
                    <a:pt x="621" y="307"/>
                    <a:pt x="621" y="307"/>
                  </a:cubicBezTo>
                  <a:cubicBezTo>
                    <a:pt x="603" y="307"/>
                    <a:pt x="603" y="307"/>
                    <a:pt x="603" y="307"/>
                  </a:cubicBezTo>
                  <a:lnTo>
                    <a:pt x="603" y="214"/>
                  </a:lnTo>
                  <a:close/>
                  <a:moveTo>
                    <a:pt x="683" y="252"/>
                  </a:moveTo>
                  <a:cubicBezTo>
                    <a:pt x="696" y="257"/>
                    <a:pt x="711" y="262"/>
                    <a:pt x="711" y="280"/>
                  </a:cubicBezTo>
                  <a:cubicBezTo>
                    <a:pt x="711" y="299"/>
                    <a:pt x="696" y="309"/>
                    <a:pt x="675" y="309"/>
                  </a:cubicBezTo>
                  <a:cubicBezTo>
                    <a:pt x="663" y="309"/>
                    <a:pt x="651" y="306"/>
                    <a:pt x="644" y="300"/>
                  </a:cubicBezTo>
                  <a:cubicBezTo>
                    <a:pt x="644" y="283"/>
                    <a:pt x="644" y="283"/>
                    <a:pt x="644" y="283"/>
                  </a:cubicBezTo>
                  <a:cubicBezTo>
                    <a:pt x="645" y="283"/>
                    <a:pt x="645" y="283"/>
                    <a:pt x="645" y="283"/>
                  </a:cubicBezTo>
                  <a:cubicBezTo>
                    <a:pt x="653" y="291"/>
                    <a:pt x="664" y="294"/>
                    <a:pt x="675" y="294"/>
                  </a:cubicBezTo>
                  <a:cubicBezTo>
                    <a:pt x="685" y="294"/>
                    <a:pt x="694" y="290"/>
                    <a:pt x="694" y="282"/>
                  </a:cubicBezTo>
                  <a:cubicBezTo>
                    <a:pt x="694" y="274"/>
                    <a:pt x="687" y="272"/>
                    <a:pt x="672" y="267"/>
                  </a:cubicBezTo>
                  <a:cubicBezTo>
                    <a:pt x="659" y="263"/>
                    <a:pt x="644" y="258"/>
                    <a:pt x="644" y="240"/>
                  </a:cubicBezTo>
                  <a:cubicBezTo>
                    <a:pt x="644" y="223"/>
                    <a:pt x="659" y="212"/>
                    <a:pt x="678" y="212"/>
                  </a:cubicBezTo>
                  <a:cubicBezTo>
                    <a:pt x="689" y="212"/>
                    <a:pt x="699" y="214"/>
                    <a:pt x="706" y="220"/>
                  </a:cubicBezTo>
                  <a:cubicBezTo>
                    <a:pt x="706" y="236"/>
                    <a:pt x="706" y="236"/>
                    <a:pt x="706" y="236"/>
                  </a:cubicBezTo>
                  <a:cubicBezTo>
                    <a:pt x="706" y="236"/>
                    <a:pt x="706" y="236"/>
                    <a:pt x="706" y="236"/>
                  </a:cubicBezTo>
                  <a:cubicBezTo>
                    <a:pt x="698" y="230"/>
                    <a:pt x="689" y="227"/>
                    <a:pt x="678" y="227"/>
                  </a:cubicBezTo>
                  <a:cubicBezTo>
                    <a:pt x="667" y="227"/>
                    <a:pt x="661" y="232"/>
                    <a:pt x="661" y="238"/>
                  </a:cubicBezTo>
                  <a:cubicBezTo>
                    <a:pt x="661" y="246"/>
                    <a:pt x="668" y="248"/>
                    <a:pt x="683" y="252"/>
                  </a:cubicBezTo>
                  <a:close/>
                  <a:moveTo>
                    <a:pt x="772" y="309"/>
                  </a:moveTo>
                  <a:cubicBezTo>
                    <a:pt x="745" y="309"/>
                    <a:pt x="726" y="290"/>
                    <a:pt x="726" y="261"/>
                  </a:cubicBezTo>
                  <a:cubicBezTo>
                    <a:pt x="726" y="232"/>
                    <a:pt x="744" y="212"/>
                    <a:pt x="769" y="212"/>
                  </a:cubicBezTo>
                  <a:cubicBezTo>
                    <a:pt x="794" y="212"/>
                    <a:pt x="807" y="230"/>
                    <a:pt x="807" y="258"/>
                  </a:cubicBezTo>
                  <a:cubicBezTo>
                    <a:pt x="807" y="266"/>
                    <a:pt x="807" y="266"/>
                    <a:pt x="807" y="266"/>
                  </a:cubicBezTo>
                  <a:cubicBezTo>
                    <a:pt x="744" y="266"/>
                    <a:pt x="744" y="266"/>
                    <a:pt x="744" y="266"/>
                  </a:cubicBezTo>
                  <a:cubicBezTo>
                    <a:pt x="746" y="284"/>
                    <a:pt x="758" y="293"/>
                    <a:pt x="774" y="293"/>
                  </a:cubicBezTo>
                  <a:cubicBezTo>
                    <a:pt x="785" y="293"/>
                    <a:pt x="792" y="291"/>
                    <a:pt x="800" y="285"/>
                  </a:cubicBezTo>
                  <a:cubicBezTo>
                    <a:pt x="801" y="285"/>
                    <a:pt x="801" y="285"/>
                    <a:pt x="801" y="285"/>
                  </a:cubicBezTo>
                  <a:cubicBezTo>
                    <a:pt x="801" y="300"/>
                    <a:pt x="801" y="300"/>
                    <a:pt x="801" y="300"/>
                  </a:cubicBezTo>
                  <a:cubicBezTo>
                    <a:pt x="793" y="306"/>
                    <a:pt x="783" y="309"/>
                    <a:pt x="772" y="309"/>
                  </a:cubicBezTo>
                  <a:close/>
                  <a:moveTo>
                    <a:pt x="744" y="251"/>
                  </a:moveTo>
                  <a:cubicBezTo>
                    <a:pt x="791" y="251"/>
                    <a:pt x="791" y="251"/>
                    <a:pt x="791" y="251"/>
                  </a:cubicBezTo>
                  <a:cubicBezTo>
                    <a:pt x="790" y="237"/>
                    <a:pt x="783" y="227"/>
                    <a:pt x="769" y="227"/>
                  </a:cubicBezTo>
                  <a:cubicBezTo>
                    <a:pt x="756" y="227"/>
                    <a:pt x="747" y="237"/>
                    <a:pt x="744" y="2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39556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8228011" cy="1936016"/>
          </a:xfr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7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2545616"/>
            <a:ext cx="8228011" cy="608426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6036-B233-499E-9BEE-F74B970C5025}" type="datetime4">
              <a:rPr lang="en-US" smtClean="0"/>
              <a:t>August 21, 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| Confidential | Internal Use Only 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6F8AB-BCEA-4347-8BA6-BE776009BC8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6664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late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blackWhite">
          <a:xfrm>
            <a:off x="608013" y="608806"/>
            <a:ext cx="10971370" cy="5486400"/>
          </a:xfrm>
          <a:prstGeom prst="rect">
            <a:avLst/>
          </a:prstGeom>
          <a:solidFill>
            <a:srgbClr val="42556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9012" y="990599"/>
            <a:ext cx="8228011" cy="603857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9013" y="1600885"/>
            <a:ext cx="8228011" cy="5334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82EA9-3B56-4A33-B12A-B2128B67CF47}" type="datetime4">
              <a:rPr lang="en-US" smtClean="0"/>
              <a:t>August 21, 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| Confidential | Internal Use Only 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6F8AB-BCEA-4347-8BA6-BE776009BC8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70299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Green Fram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3" y="2571746"/>
            <a:ext cx="8228011" cy="576263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8014" y="3149201"/>
            <a:ext cx="8228011" cy="5334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3200"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681EE-939E-420C-96CC-BBD4E0789F6E}" type="datetime4">
              <a:rPr lang="en-US" smtClean="0"/>
              <a:t>August 21, 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| Confidential | Internal Use Only </a:t>
            </a: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6F8AB-BCEA-4347-8BA6-BE776009BC89}" type="slidenum">
              <a:rPr/>
              <a:pPr/>
              <a:t>‹#›</a:t>
            </a:fld>
            <a:endParaRPr/>
          </a:p>
        </p:txBody>
      </p:sp>
      <p:sp>
        <p:nvSpPr>
          <p:cNvPr id="10" name="Freeform 9"/>
          <p:cNvSpPr/>
          <p:nvPr/>
        </p:nvSpPr>
        <p:spPr>
          <a:xfrm>
            <a:off x="608013" y="462819"/>
            <a:ext cx="10986134" cy="1957368"/>
          </a:xfrm>
          <a:custGeom>
            <a:avLst/>
            <a:gdLst>
              <a:gd name="connsiteX0" fmla="*/ 188969 w 10986134"/>
              <a:gd name="connsiteY0" fmla="*/ 176957 h 1957368"/>
              <a:gd name="connsiteX1" fmla="*/ 188969 w 10986134"/>
              <a:gd name="connsiteY1" fmla="*/ 1768399 h 1957368"/>
              <a:gd name="connsiteX2" fmla="*/ 10797165 w 10986134"/>
              <a:gd name="connsiteY2" fmla="*/ 1768399 h 1957368"/>
              <a:gd name="connsiteX3" fmla="*/ 10797165 w 10986134"/>
              <a:gd name="connsiteY3" fmla="*/ 176957 h 1957368"/>
              <a:gd name="connsiteX4" fmla="*/ 10797165 w 10986134"/>
              <a:gd name="connsiteY4" fmla="*/ 0 h 1957368"/>
              <a:gd name="connsiteX5" fmla="*/ 10986134 w 10986134"/>
              <a:gd name="connsiteY5" fmla="*/ 0 h 1957368"/>
              <a:gd name="connsiteX6" fmla="*/ 10986134 w 10986134"/>
              <a:gd name="connsiteY6" fmla="*/ 1957368 h 1957368"/>
              <a:gd name="connsiteX7" fmla="*/ 10971369 w 10986134"/>
              <a:gd name="connsiteY7" fmla="*/ 1957368 h 1957368"/>
              <a:gd name="connsiteX8" fmla="*/ 10797165 w 10986134"/>
              <a:gd name="connsiteY8" fmla="*/ 1957368 h 1957368"/>
              <a:gd name="connsiteX9" fmla="*/ 188969 w 10986134"/>
              <a:gd name="connsiteY9" fmla="*/ 1957368 h 1957368"/>
              <a:gd name="connsiteX10" fmla="*/ 14764 w 10986134"/>
              <a:gd name="connsiteY10" fmla="*/ 1957368 h 1957368"/>
              <a:gd name="connsiteX11" fmla="*/ 0 w 10986134"/>
              <a:gd name="connsiteY11" fmla="*/ 1957368 h 1957368"/>
              <a:gd name="connsiteX12" fmla="*/ 0 w 10986134"/>
              <a:gd name="connsiteY12" fmla="*/ 0 h 1957368"/>
              <a:gd name="connsiteX13" fmla="*/ 14764 w 10986134"/>
              <a:gd name="connsiteY13" fmla="*/ 0 h 1957368"/>
              <a:gd name="connsiteX14" fmla="*/ 188969 w 10986134"/>
              <a:gd name="connsiteY14" fmla="*/ 0 h 1957368"/>
              <a:gd name="connsiteX15" fmla="*/ 10797165 w 10986134"/>
              <a:gd name="connsiteY15" fmla="*/ 0 h 195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986134" h="1957368">
                <a:moveTo>
                  <a:pt x="188969" y="176957"/>
                </a:moveTo>
                <a:lnTo>
                  <a:pt x="188969" y="1768399"/>
                </a:lnTo>
                <a:lnTo>
                  <a:pt x="10797165" y="1768399"/>
                </a:lnTo>
                <a:lnTo>
                  <a:pt x="10797165" y="176957"/>
                </a:lnTo>
                <a:close/>
                <a:moveTo>
                  <a:pt x="10797165" y="0"/>
                </a:moveTo>
                <a:lnTo>
                  <a:pt x="10986134" y="0"/>
                </a:lnTo>
                <a:lnTo>
                  <a:pt x="10986134" y="1957368"/>
                </a:lnTo>
                <a:lnTo>
                  <a:pt x="10971369" y="1957368"/>
                </a:lnTo>
                <a:lnTo>
                  <a:pt x="10797165" y="1957368"/>
                </a:lnTo>
                <a:lnTo>
                  <a:pt x="188969" y="1957368"/>
                </a:lnTo>
                <a:lnTo>
                  <a:pt x="14764" y="1957368"/>
                </a:lnTo>
                <a:lnTo>
                  <a:pt x="0" y="1957368"/>
                </a:lnTo>
                <a:lnTo>
                  <a:pt x="0" y="0"/>
                </a:lnTo>
                <a:lnTo>
                  <a:pt x="14764" y="0"/>
                </a:lnTo>
                <a:lnTo>
                  <a:pt x="188969" y="0"/>
                </a:lnTo>
                <a:lnTo>
                  <a:pt x="10797165" y="0"/>
                </a:lnTo>
                <a:close/>
              </a:path>
            </a:pathLst>
          </a:custGeom>
          <a:solidFill>
            <a:srgbClr val="01A982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90000"/>
              </a:lnSpc>
            </a:pPr>
            <a:endParaRPr/>
          </a:p>
        </p:txBody>
      </p:sp>
      <p:grpSp>
        <p:nvGrpSpPr>
          <p:cNvPr id="12" name="Group 11"/>
          <p:cNvGrpSpPr/>
          <p:nvPr/>
        </p:nvGrpSpPr>
        <p:grpSpPr>
          <a:xfrm>
            <a:off x="610272" y="6248401"/>
            <a:ext cx="969471" cy="390524"/>
            <a:chOff x="3578225" y="1146175"/>
            <a:chExt cx="5038725" cy="2111375"/>
          </a:xfrm>
        </p:grpSpPr>
        <p:sp>
          <p:nvSpPr>
            <p:cNvPr id="13" name="Freeform 5"/>
            <p:cNvSpPr>
              <a:spLocks noEditPoints="1"/>
            </p:cNvSpPr>
            <p:nvPr/>
          </p:nvSpPr>
          <p:spPr bwMode="auto">
            <a:xfrm>
              <a:off x="3578225" y="1146175"/>
              <a:ext cx="1725613" cy="498475"/>
            </a:xfrm>
            <a:custGeom>
              <a:avLst/>
              <a:gdLst>
                <a:gd name="T0" fmla="*/ 0 w 1087"/>
                <a:gd name="T1" fmla="*/ 0 h 314"/>
                <a:gd name="T2" fmla="*/ 0 w 1087"/>
                <a:gd name="T3" fmla="*/ 314 h 314"/>
                <a:gd name="T4" fmla="*/ 0 w 1087"/>
                <a:gd name="T5" fmla="*/ 314 h 314"/>
                <a:gd name="T6" fmla="*/ 1087 w 1087"/>
                <a:gd name="T7" fmla="*/ 314 h 314"/>
                <a:gd name="T8" fmla="*/ 1087 w 1087"/>
                <a:gd name="T9" fmla="*/ 0 h 314"/>
                <a:gd name="T10" fmla="*/ 0 w 1087"/>
                <a:gd name="T11" fmla="*/ 0 h 314"/>
                <a:gd name="T12" fmla="*/ 1018 w 1087"/>
                <a:gd name="T13" fmla="*/ 245 h 314"/>
                <a:gd name="T14" fmla="*/ 69 w 1087"/>
                <a:gd name="T15" fmla="*/ 245 h 314"/>
                <a:gd name="T16" fmla="*/ 69 w 1087"/>
                <a:gd name="T17" fmla="*/ 69 h 314"/>
                <a:gd name="T18" fmla="*/ 1018 w 1087"/>
                <a:gd name="T19" fmla="*/ 69 h 314"/>
                <a:gd name="T20" fmla="*/ 1018 w 1087"/>
                <a:gd name="T21" fmla="*/ 245 h 314"/>
                <a:gd name="T22" fmla="*/ 1018 w 1087"/>
                <a:gd name="T23" fmla="*/ 245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87" h="314">
                  <a:moveTo>
                    <a:pt x="0" y="0"/>
                  </a:moveTo>
                  <a:lnTo>
                    <a:pt x="0" y="314"/>
                  </a:lnTo>
                  <a:lnTo>
                    <a:pt x="0" y="314"/>
                  </a:lnTo>
                  <a:lnTo>
                    <a:pt x="1087" y="314"/>
                  </a:lnTo>
                  <a:lnTo>
                    <a:pt x="1087" y="0"/>
                  </a:lnTo>
                  <a:lnTo>
                    <a:pt x="0" y="0"/>
                  </a:lnTo>
                  <a:close/>
                  <a:moveTo>
                    <a:pt x="1018" y="245"/>
                  </a:moveTo>
                  <a:lnTo>
                    <a:pt x="69" y="245"/>
                  </a:lnTo>
                  <a:lnTo>
                    <a:pt x="69" y="69"/>
                  </a:lnTo>
                  <a:lnTo>
                    <a:pt x="1018" y="69"/>
                  </a:lnTo>
                  <a:lnTo>
                    <a:pt x="1018" y="245"/>
                  </a:lnTo>
                  <a:lnTo>
                    <a:pt x="1018" y="245"/>
                  </a:lnTo>
                  <a:close/>
                </a:path>
              </a:pathLst>
            </a:custGeom>
            <a:solidFill>
              <a:srgbClr val="00B3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/>
            </a:p>
          </p:txBody>
        </p:sp>
        <p:sp>
          <p:nvSpPr>
            <p:cNvPr id="14" name="Freeform 6"/>
            <p:cNvSpPr>
              <a:spLocks noEditPoints="1"/>
            </p:cNvSpPr>
            <p:nvPr/>
          </p:nvSpPr>
          <p:spPr bwMode="auto">
            <a:xfrm>
              <a:off x="3578225" y="1968500"/>
              <a:ext cx="5038725" cy="1289050"/>
            </a:xfrm>
            <a:custGeom>
              <a:avLst/>
              <a:gdLst>
                <a:gd name="T0" fmla="*/ 80 w 1341"/>
                <a:gd name="T1" fmla="*/ 52 h 342"/>
                <a:gd name="T2" fmla="*/ 29 w 1341"/>
                <a:gd name="T3" fmla="*/ 77 h 342"/>
                <a:gd name="T4" fmla="*/ 212 w 1341"/>
                <a:gd name="T5" fmla="*/ 93 h 342"/>
                <a:gd name="T6" fmla="*/ 174 w 1341"/>
                <a:gd name="T7" fmla="*/ 134 h 342"/>
                <a:gd name="T8" fmla="*/ 272 w 1341"/>
                <a:gd name="T9" fmla="*/ 132 h 342"/>
                <a:gd name="T10" fmla="*/ 276 w 1341"/>
                <a:gd name="T11" fmla="*/ 38 h 342"/>
                <a:gd name="T12" fmla="*/ 327 w 1341"/>
                <a:gd name="T13" fmla="*/ 132 h 342"/>
                <a:gd name="T14" fmla="*/ 398 w 1341"/>
                <a:gd name="T15" fmla="*/ 0 h 342"/>
                <a:gd name="T16" fmla="*/ 402 w 1341"/>
                <a:gd name="T17" fmla="*/ 134 h 342"/>
                <a:gd name="T18" fmla="*/ 448 w 1341"/>
                <a:gd name="T19" fmla="*/ 93 h 342"/>
                <a:gd name="T20" fmla="*/ 448 w 1341"/>
                <a:gd name="T21" fmla="*/ 74 h 342"/>
                <a:gd name="T22" fmla="*/ 642 w 1341"/>
                <a:gd name="T23" fmla="*/ 60 h 342"/>
                <a:gd name="T24" fmla="*/ 642 w 1341"/>
                <a:gd name="T25" fmla="*/ 131 h 342"/>
                <a:gd name="T26" fmla="*/ 570 w 1341"/>
                <a:gd name="T27" fmla="*/ 111 h 342"/>
                <a:gd name="T28" fmla="*/ 530 w 1341"/>
                <a:gd name="T29" fmla="*/ 60 h 342"/>
                <a:gd name="T30" fmla="*/ 558 w 1341"/>
                <a:gd name="T31" fmla="*/ 38 h 342"/>
                <a:gd name="T32" fmla="*/ 738 w 1341"/>
                <a:gd name="T33" fmla="*/ 89 h 342"/>
                <a:gd name="T34" fmla="*/ 787 w 1341"/>
                <a:gd name="T35" fmla="*/ 45 h 342"/>
                <a:gd name="T36" fmla="*/ 736 w 1341"/>
                <a:gd name="T37" fmla="*/ 65 h 342"/>
                <a:gd name="T38" fmla="*/ 848 w 1341"/>
                <a:gd name="T39" fmla="*/ 73 h 342"/>
                <a:gd name="T40" fmla="*/ 876 w 1341"/>
                <a:gd name="T41" fmla="*/ 73 h 342"/>
                <a:gd name="T42" fmla="*/ 833 w 1341"/>
                <a:gd name="T43" fmla="*/ 91 h 342"/>
                <a:gd name="T44" fmla="*/ 965 w 1341"/>
                <a:gd name="T45" fmla="*/ 43 h 342"/>
                <a:gd name="T46" fmla="*/ 964 w 1341"/>
                <a:gd name="T47" fmla="*/ 103 h 342"/>
                <a:gd name="T48" fmla="*/ 1010 w 1341"/>
                <a:gd name="T49" fmla="*/ 132 h 342"/>
                <a:gd name="T50" fmla="*/ 1070 w 1341"/>
                <a:gd name="T51" fmla="*/ 38 h 342"/>
                <a:gd name="T52" fmla="*/ 1010 w 1341"/>
                <a:gd name="T53" fmla="*/ 89 h 342"/>
                <a:gd name="T54" fmla="*/ 1133 w 1341"/>
                <a:gd name="T55" fmla="*/ 73 h 342"/>
                <a:gd name="T56" fmla="*/ 1160 w 1341"/>
                <a:gd name="T57" fmla="*/ 73 h 342"/>
                <a:gd name="T58" fmla="*/ 1117 w 1341"/>
                <a:gd name="T59" fmla="*/ 91 h 342"/>
                <a:gd name="T60" fmla="*/ 1239 w 1341"/>
                <a:gd name="T61" fmla="*/ 39 h 342"/>
                <a:gd name="T62" fmla="*/ 1180 w 1341"/>
                <a:gd name="T63" fmla="*/ 132 h 342"/>
                <a:gd name="T64" fmla="*/ 1246 w 1341"/>
                <a:gd name="T65" fmla="*/ 85 h 342"/>
                <a:gd name="T66" fmla="*/ 1314 w 1341"/>
                <a:gd name="T67" fmla="*/ 132 h 342"/>
                <a:gd name="T68" fmla="*/ 1295 w 1341"/>
                <a:gd name="T69" fmla="*/ 110 h 342"/>
                <a:gd name="T70" fmla="*/ 18 w 1341"/>
                <a:gd name="T71" fmla="*/ 231 h 342"/>
                <a:gd name="T72" fmla="*/ 81 w 1341"/>
                <a:gd name="T73" fmla="*/ 307 h 342"/>
                <a:gd name="T74" fmla="*/ 164 w 1341"/>
                <a:gd name="T75" fmla="*/ 307 h 342"/>
                <a:gd name="T76" fmla="*/ 103 w 1341"/>
                <a:gd name="T77" fmla="*/ 214 h 342"/>
                <a:gd name="T78" fmla="*/ 252 w 1341"/>
                <a:gd name="T79" fmla="*/ 229 h 342"/>
                <a:gd name="T80" fmla="*/ 252 w 1341"/>
                <a:gd name="T81" fmla="*/ 307 h 342"/>
                <a:gd name="T82" fmla="*/ 211 w 1341"/>
                <a:gd name="T83" fmla="*/ 214 h 342"/>
                <a:gd name="T84" fmla="*/ 305 w 1341"/>
                <a:gd name="T85" fmla="*/ 212 h 342"/>
                <a:gd name="T86" fmla="*/ 338 w 1341"/>
                <a:gd name="T87" fmla="*/ 285 h 342"/>
                <a:gd name="T88" fmla="*/ 281 w 1341"/>
                <a:gd name="T89" fmla="*/ 251 h 342"/>
                <a:gd name="T90" fmla="*/ 403 w 1341"/>
                <a:gd name="T91" fmla="*/ 229 h 342"/>
                <a:gd name="T92" fmla="*/ 382 w 1341"/>
                <a:gd name="T93" fmla="*/ 228 h 342"/>
                <a:gd name="T94" fmla="*/ 430 w 1341"/>
                <a:gd name="T95" fmla="*/ 342 h 342"/>
                <a:gd name="T96" fmla="*/ 498 w 1341"/>
                <a:gd name="T97" fmla="*/ 260 h 342"/>
                <a:gd name="T98" fmla="*/ 577 w 1341"/>
                <a:gd name="T99" fmla="*/ 212 h 342"/>
                <a:gd name="T100" fmla="*/ 554 w 1341"/>
                <a:gd name="T101" fmla="*/ 307 h 342"/>
                <a:gd name="T102" fmla="*/ 623 w 1341"/>
                <a:gd name="T103" fmla="*/ 187 h 342"/>
                <a:gd name="T104" fmla="*/ 621 w 1341"/>
                <a:gd name="T105" fmla="*/ 307 h 342"/>
                <a:gd name="T106" fmla="*/ 644 w 1341"/>
                <a:gd name="T107" fmla="*/ 300 h 342"/>
                <a:gd name="T108" fmla="*/ 644 w 1341"/>
                <a:gd name="T109" fmla="*/ 240 h 342"/>
                <a:gd name="T110" fmla="*/ 661 w 1341"/>
                <a:gd name="T111" fmla="*/ 238 h 342"/>
                <a:gd name="T112" fmla="*/ 807 w 1341"/>
                <a:gd name="T113" fmla="*/ 266 h 342"/>
                <a:gd name="T114" fmla="*/ 772 w 1341"/>
                <a:gd name="T115" fmla="*/ 309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341" h="342">
                  <a:moveTo>
                    <a:pt x="29" y="132"/>
                  </a:moveTo>
                  <a:cubicBezTo>
                    <a:pt x="0" y="132"/>
                    <a:pt x="0" y="132"/>
                    <a:pt x="0" y="13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80" y="52"/>
                    <a:pt x="80" y="52"/>
                    <a:pt x="80" y="52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09" y="132"/>
                    <a:pt x="109" y="132"/>
                    <a:pt x="109" y="132"/>
                  </a:cubicBezTo>
                  <a:cubicBezTo>
                    <a:pt x="80" y="132"/>
                    <a:pt x="80" y="132"/>
                    <a:pt x="80" y="132"/>
                  </a:cubicBezTo>
                  <a:cubicBezTo>
                    <a:pt x="80" y="77"/>
                    <a:pt x="80" y="77"/>
                    <a:pt x="80" y="77"/>
                  </a:cubicBezTo>
                  <a:cubicBezTo>
                    <a:pt x="29" y="77"/>
                    <a:pt x="29" y="77"/>
                    <a:pt x="29" y="77"/>
                  </a:cubicBezTo>
                  <a:lnTo>
                    <a:pt x="29" y="132"/>
                  </a:lnTo>
                  <a:close/>
                  <a:moveTo>
                    <a:pt x="174" y="134"/>
                  </a:moveTo>
                  <a:cubicBezTo>
                    <a:pt x="145" y="134"/>
                    <a:pt x="125" y="116"/>
                    <a:pt x="125" y="85"/>
                  </a:cubicBezTo>
                  <a:cubicBezTo>
                    <a:pt x="125" y="56"/>
                    <a:pt x="144" y="36"/>
                    <a:pt x="170" y="36"/>
                  </a:cubicBezTo>
                  <a:cubicBezTo>
                    <a:pt x="198" y="36"/>
                    <a:pt x="212" y="55"/>
                    <a:pt x="212" y="83"/>
                  </a:cubicBezTo>
                  <a:cubicBezTo>
                    <a:pt x="212" y="93"/>
                    <a:pt x="212" y="93"/>
                    <a:pt x="212" y="93"/>
                  </a:cubicBezTo>
                  <a:cubicBezTo>
                    <a:pt x="152" y="93"/>
                    <a:pt x="152" y="93"/>
                    <a:pt x="152" y="93"/>
                  </a:cubicBezTo>
                  <a:cubicBezTo>
                    <a:pt x="155" y="108"/>
                    <a:pt x="167" y="112"/>
                    <a:pt x="178" y="112"/>
                  </a:cubicBezTo>
                  <a:cubicBezTo>
                    <a:pt x="188" y="112"/>
                    <a:pt x="195" y="110"/>
                    <a:pt x="204" y="104"/>
                  </a:cubicBezTo>
                  <a:cubicBezTo>
                    <a:pt x="205" y="104"/>
                    <a:pt x="205" y="104"/>
                    <a:pt x="205" y="104"/>
                  </a:cubicBezTo>
                  <a:cubicBezTo>
                    <a:pt x="205" y="126"/>
                    <a:pt x="205" y="126"/>
                    <a:pt x="205" y="126"/>
                  </a:cubicBezTo>
                  <a:cubicBezTo>
                    <a:pt x="198" y="131"/>
                    <a:pt x="187" y="134"/>
                    <a:pt x="174" y="134"/>
                  </a:cubicBezTo>
                  <a:close/>
                  <a:moveTo>
                    <a:pt x="152" y="74"/>
                  </a:moveTo>
                  <a:cubicBezTo>
                    <a:pt x="186" y="74"/>
                    <a:pt x="186" y="74"/>
                    <a:pt x="186" y="74"/>
                  </a:cubicBezTo>
                  <a:cubicBezTo>
                    <a:pt x="186" y="64"/>
                    <a:pt x="182" y="58"/>
                    <a:pt x="170" y="58"/>
                  </a:cubicBezTo>
                  <a:cubicBezTo>
                    <a:pt x="162" y="58"/>
                    <a:pt x="155" y="61"/>
                    <a:pt x="152" y="74"/>
                  </a:cubicBezTo>
                  <a:close/>
                  <a:moveTo>
                    <a:pt x="287" y="77"/>
                  </a:moveTo>
                  <a:cubicBezTo>
                    <a:pt x="272" y="132"/>
                    <a:pt x="272" y="132"/>
                    <a:pt x="272" y="132"/>
                  </a:cubicBezTo>
                  <a:cubicBezTo>
                    <a:pt x="247" y="132"/>
                    <a:pt x="247" y="132"/>
                    <a:pt x="247" y="132"/>
                  </a:cubicBezTo>
                  <a:cubicBezTo>
                    <a:pt x="218" y="39"/>
                    <a:pt x="218" y="39"/>
                    <a:pt x="218" y="39"/>
                  </a:cubicBezTo>
                  <a:cubicBezTo>
                    <a:pt x="218" y="38"/>
                    <a:pt x="218" y="38"/>
                    <a:pt x="218" y="38"/>
                  </a:cubicBezTo>
                  <a:cubicBezTo>
                    <a:pt x="246" y="38"/>
                    <a:pt x="246" y="38"/>
                    <a:pt x="246" y="38"/>
                  </a:cubicBezTo>
                  <a:cubicBezTo>
                    <a:pt x="261" y="93"/>
                    <a:pt x="261" y="93"/>
                    <a:pt x="261" y="93"/>
                  </a:cubicBezTo>
                  <a:cubicBezTo>
                    <a:pt x="276" y="38"/>
                    <a:pt x="276" y="38"/>
                    <a:pt x="276" y="38"/>
                  </a:cubicBezTo>
                  <a:cubicBezTo>
                    <a:pt x="298" y="38"/>
                    <a:pt x="298" y="38"/>
                    <a:pt x="298" y="38"/>
                  </a:cubicBezTo>
                  <a:cubicBezTo>
                    <a:pt x="313" y="93"/>
                    <a:pt x="313" y="93"/>
                    <a:pt x="313" y="93"/>
                  </a:cubicBezTo>
                  <a:cubicBezTo>
                    <a:pt x="329" y="38"/>
                    <a:pt x="329" y="38"/>
                    <a:pt x="329" y="38"/>
                  </a:cubicBezTo>
                  <a:cubicBezTo>
                    <a:pt x="355" y="38"/>
                    <a:pt x="355" y="38"/>
                    <a:pt x="355" y="38"/>
                  </a:cubicBezTo>
                  <a:cubicBezTo>
                    <a:pt x="355" y="39"/>
                    <a:pt x="355" y="39"/>
                    <a:pt x="355" y="39"/>
                  </a:cubicBezTo>
                  <a:cubicBezTo>
                    <a:pt x="327" y="132"/>
                    <a:pt x="327" y="132"/>
                    <a:pt x="327" y="132"/>
                  </a:cubicBezTo>
                  <a:cubicBezTo>
                    <a:pt x="302" y="132"/>
                    <a:pt x="302" y="132"/>
                    <a:pt x="302" y="132"/>
                  </a:cubicBezTo>
                  <a:lnTo>
                    <a:pt x="287" y="77"/>
                  </a:lnTo>
                  <a:close/>
                  <a:moveTo>
                    <a:pt x="402" y="134"/>
                  </a:moveTo>
                  <a:cubicBezTo>
                    <a:pt x="379" y="134"/>
                    <a:pt x="370" y="125"/>
                    <a:pt x="370" y="104"/>
                  </a:cubicBezTo>
                  <a:cubicBezTo>
                    <a:pt x="370" y="0"/>
                    <a:pt x="370" y="0"/>
                    <a:pt x="370" y="0"/>
                  </a:cubicBezTo>
                  <a:cubicBezTo>
                    <a:pt x="398" y="0"/>
                    <a:pt x="398" y="0"/>
                    <a:pt x="398" y="0"/>
                  </a:cubicBezTo>
                  <a:cubicBezTo>
                    <a:pt x="398" y="102"/>
                    <a:pt x="398" y="102"/>
                    <a:pt x="398" y="102"/>
                  </a:cubicBezTo>
                  <a:cubicBezTo>
                    <a:pt x="398" y="108"/>
                    <a:pt x="400" y="111"/>
                    <a:pt x="406" y="111"/>
                  </a:cubicBezTo>
                  <a:cubicBezTo>
                    <a:pt x="408" y="111"/>
                    <a:pt x="410" y="110"/>
                    <a:pt x="412" y="109"/>
                  </a:cubicBezTo>
                  <a:cubicBezTo>
                    <a:pt x="413" y="109"/>
                    <a:pt x="413" y="109"/>
                    <a:pt x="413" y="109"/>
                  </a:cubicBezTo>
                  <a:cubicBezTo>
                    <a:pt x="413" y="132"/>
                    <a:pt x="413" y="132"/>
                    <a:pt x="413" y="132"/>
                  </a:cubicBezTo>
                  <a:cubicBezTo>
                    <a:pt x="410" y="133"/>
                    <a:pt x="406" y="134"/>
                    <a:pt x="402" y="134"/>
                  </a:cubicBezTo>
                  <a:close/>
                  <a:moveTo>
                    <a:pt x="469" y="134"/>
                  </a:moveTo>
                  <a:cubicBezTo>
                    <a:pt x="440" y="134"/>
                    <a:pt x="420" y="116"/>
                    <a:pt x="420" y="85"/>
                  </a:cubicBezTo>
                  <a:cubicBezTo>
                    <a:pt x="420" y="56"/>
                    <a:pt x="440" y="36"/>
                    <a:pt x="465" y="36"/>
                  </a:cubicBezTo>
                  <a:cubicBezTo>
                    <a:pt x="494" y="36"/>
                    <a:pt x="507" y="55"/>
                    <a:pt x="507" y="83"/>
                  </a:cubicBezTo>
                  <a:cubicBezTo>
                    <a:pt x="507" y="93"/>
                    <a:pt x="507" y="93"/>
                    <a:pt x="507" y="93"/>
                  </a:cubicBezTo>
                  <a:cubicBezTo>
                    <a:pt x="448" y="93"/>
                    <a:pt x="448" y="93"/>
                    <a:pt x="448" y="93"/>
                  </a:cubicBezTo>
                  <a:cubicBezTo>
                    <a:pt x="451" y="108"/>
                    <a:pt x="462" y="112"/>
                    <a:pt x="474" y="112"/>
                  </a:cubicBezTo>
                  <a:cubicBezTo>
                    <a:pt x="484" y="112"/>
                    <a:pt x="491" y="110"/>
                    <a:pt x="500" y="104"/>
                  </a:cubicBezTo>
                  <a:cubicBezTo>
                    <a:pt x="501" y="104"/>
                    <a:pt x="501" y="104"/>
                    <a:pt x="501" y="104"/>
                  </a:cubicBezTo>
                  <a:cubicBezTo>
                    <a:pt x="501" y="126"/>
                    <a:pt x="501" y="126"/>
                    <a:pt x="501" y="126"/>
                  </a:cubicBezTo>
                  <a:cubicBezTo>
                    <a:pt x="493" y="131"/>
                    <a:pt x="482" y="134"/>
                    <a:pt x="469" y="134"/>
                  </a:cubicBezTo>
                  <a:close/>
                  <a:moveTo>
                    <a:pt x="448" y="74"/>
                  </a:moveTo>
                  <a:cubicBezTo>
                    <a:pt x="482" y="74"/>
                    <a:pt x="482" y="74"/>
                    <a:pt x="482" y="74"/>
                  </a:cubicBezTo>
                  <a:cubicBezTo>
                    <a:pt x="481" y="64"/>
                    <a:pt x="477" y="58"/>
                    <a:pt x="466" y="58"/>
                  </a:cubicBezTo>
                  <a:cubicBezTo>
                    <a:pt x="457" y="58"/>
                    <a:pt x="450" y="61"/>
                    <a:pt x="448" y="74"/>
                  </a:cubicBezTo>
                  <a:close/>
                  <a:moveTo>
                    <a:pt x="622" y="38"/>
                  </a:moveTo>
                  <a:cubicBezTo>
                    <a:pt x="642" y="38"/>
                    <a:pt x="642" y="38"/>
                    <a:pt x="642" y="38"/>
                  </a:cubicBezTo>
                  <a:cubicBezTo>
                    <a:pt x="642" y="60"/>
                    <a:pt x="642" y="60"/>
                    <a:pt x="642" y="60"/>
                  </a:cubicBezTo>
                  <a:cubicBezTo>
                    <a:pt x="622" y="60"/>
                    <a:pt x="622" y="60"/>
                    <a:pt x="622" y="60"/>
                  </a:cubicBezTo>
                  <a:cubicBezTo>
                    <a:pt x="622" y="99"/>
                    <a:pt x="622" y="99"/>
                    <a:pt x="622" y="99"/>
                  </a:cubicBezTo>
                  <a:cubicBezTo>
                    <a:pt x="622" y="107"/>
                    <a:pt x="625" y="111"/>
                    <a:pt x="633" y="111"/>
                  </a:cubicBezTo>
                  <a:cubicBezTo>
                    <a:pt x="636" y="111"/>
                    <a:pt x="639" y="110"/>
                    <a:pt x="642" y="109"/>
                  </a:cubicBezTo>
                  <a:cubicBezTo>
                    <a:pt x="642" y="109"/>
                    <a:pt x="642" y="109"/>
                    <a:pt x="642" y="109"/>
                  </a:cubicBezTo>
                  <a:cubicBezTo>
                    <a:pt x="642" y="131"/>
                    <a:pt x="642" y="131"/>
                    <a:pt x="642" y="131"/>
                  </a:cubicBezTo>
                  <a:cubicBezTo>
                    <a:pt x="639" y="132"/>
                    <a:pt x="633" y="134"/>
                    <a:pt x="625" y="134"/>
                  </a:cubicBezTo>
                  <a:cubicBezTo>
                    <a:pt x="603" y="134"/>
                    <a:pt x="594" y="124"/>
                    <a:pt x="594" y="100"/>
                  </a:cubicBezTo>
                  <a:cubicBezTo>
                    <a:pt x="594" y="60"/>
                    <a:pt x="594" y="60"/>
                    <a:pt x="594" y="60"/>
                  </a:cubicBezTo>
                  <a:cubicBezTo>
                    <a:pt x="558" y="60"/>
                    <a:pt x="558" y="60"/>
                    <a:pt x="558" y="60"/>
                  </a:cubicBezTo>
                  <a:cubicBezTo>
                    <a:pt x="558" y="99"/>
                    <a:pt x="558" y="99"/>
                    <a:pt x="558" y="99"/>
                  </a:cubicBezTo>
                  <a:cubicBezTo>
                    <a:pt x="558" y="107"/>
                    <a:pt x="561" y="111"/>
                    <a:pt x="570" y="111"/>
                  </a:cubicBezTo>
                  <a:cubicBezTo>
                    <a:pt x="572" y="111"/>
                    <a:pt x="575" y="110"/>
                    <a:pt x="578" y="109"/>
                  </a:cubicBezTo>
                  <a:cubicBezTo>
                    <a:pt x="579" y="109"/>
                    <a:pt x="579" y="109"/>
                    <a:pt x="579" y="109"/>
                  </a:cubicBezTo>
                  <a:cubicBezTo>
                    <a:pt x="579" y="131"/>
                    <a:pt x="579" y="131"/>
                    <a:pt x="579" y="131"/>
                  </a:cubicBezTo>
                  <a:cubicBezTo>
                    <a:pt x="575" y="132"/>
                    <a:pt x="570" y="134"/>
                    <a:pt x="562" y="134"/>
                  </a:cubicBezTo>
                  <a:cubicBezTo>
                    <a:pt x="539" y="134"/>
                    <a:pt x="530" y="124"/>
                    <a:pt x="530" y="100"/>
                  </a:cubicBezTo>
                  <a:cubicBezTo>
                    <a:pt x="530" y="60"/>
                    <a:pt x="530" y="60"/>
                    <a:pt x="530" y="60"/>
                  </a:cubicBezTo>
                  <a:cubicBezTo>
                    <a:pt x="516" y="60"/>
                    <a:pt x="516" y="60"/>
                    <a:pt x="516" y="60"/>
                  </a:cubicBezTo>
                  <a:cubicBezTo>
                    <a:pt x="516" y="38"/>
                    <a:pt x="516" y="38"/>
                    <a:pt x="516" y="38"/>
                  </a:cubicBezTo>
                  <a:cubicBezTo>
                    <a:pt x="530" y="38"/>
                    <a:pt x="530" y="38"/>
                    <a:pt x="530" y="38"/>
                  </a:cubicBezTo>
                  <a:cubicBezTo>
                    <a:pt x="530" y="12"/>
                    <a:pt x="530" y="12"/>
                    <a:pt x="530" y="12"/>
                  </a:cubicBezTo>
                  <a:cubicBezTo>
                    <a:pt x="558" y="12"/>
                    <a:pt x="558" y="12"/>
                    <a:pt x="558" y="12"/>
                  </a:cubicBezTo>
                  <a:cubicBezTo>
                    <a:pt x="558" y="38"/>
                    <a:pt x="558" y="38"/>
                    <a:pt x="558" y="38"/>
                  </a:cubicBezTo>
                  <a:cubicBezTo>
                    <a:pt x="594" y="38"/>
                    <a:pt x="594" y="38"/>
                    <a:pt x="594" y="38"/>
                  </a:cubicBezTo>
                  <a:cubicBezTo>
                    <a:pt x="594" y="12"/>
                    <a:pt x="594" y="12"/>
                    <a:pt x="594" y="12"/>
                  </a:cubicBezTo>
                  <a:cubicBezTo>
                    <a:pt x="622" y="12"/>
                    <a:pt x="622" y="12"/>
                    <a:pt x="622" y="12"/>
                  </a:cubicBezTo>
                  <a:cubicBezTo>
                    <a:pt x="622" y="38"/>
                    <a:pt x="622" y="38"/>
                    <a:pt x="622" y="38"/>
                  </a:cubicBezTo>
                  <a:close/>
                  <a:moveTo>
                    <a:pt x="787" y="45"/>
                  </a:moveTo>
                  <a:cubicBezTo>
                    <a:pt x="787" y="73"/>
                    <a:pt x="768" y="89"/>
                    <a:pt x="738" y="89"/>
                  </a:cubicBezTo>
                  <a:cubicBezTo>
                    <a:pt x="718" y="89"/>
                    <a:pt x="718" y="89"/>
                    <a:pt x="718" y="89"/>
                  </a:cubicBezTo>
                  <a:cubicBezTo>
                    <a:pt x="718" y="132"/>
                    <a:pt x="718" y="132"/>
                    <a:pt x="718" y="132"/>
                  </a:cubicBezTo>
                  <a:cubicBezTo>
                    <a:pt x="689" y="132"/>
                    <a:pt x="689" y="132"/>
                    <a:pt x="689" y="132"/>
                  </a:cubicBezTo>
                  <a:cubicBezTo>
                    <a:pt x="689" y="0"/>
                    <a:pt x="689" y="0"/>
                    <a:pt x="689" y="0"/>
                  </a:cubicBezTo>
                  <a:cubicBezTo>
                    <a:pt x="738" y="0"/>
                    <a:pt x="738" y="0"/>
                    <a:pt x="738" y="0"/>
                  </a:cubicBezTo>
                  <a:cubicBezTo>
                    <a:pt x="768" y="0"/>
                    <a:pt x="787" y="16"/>
                    <a:pt x="787" y="45"/>
                  </a:cubicBezTo>
                  <a:close/>
                  <a:moveTo>
                    <a:pt x="736" y="65"/>
                  </a:moveTo>
                  <a:cubicBezTo>
                    <a:pt x="751" y="65"/>
                    <a:pt x="758" y="57"/>
                    <a:pt x="758" y="45"/>
                  </a:cubicBezTo>
                  <a:cubicBezTo>
                    <a:pt x="758" y="33"/>
                    <a:pt x="751" y="24"/>
                    <a:pt x="736" y="24"/>
                  </a:cubicBezTo>
                  <a:cubicBezTo>
                    <a:pt x="718" y="24"/>
                    <a:pt x="718" y="24"/>
                    <a:pt x="718" y="24"/>
                  </a:cubicBezTo>
                  <a:cubicBezTo>
                    <a:pt x="718" y="65"/>
                    <a:pt x="718" y="65"/>
                    <a:pt x="718" y="65"/>
                  </a:cubicBezTo>
                  <a:lnTo>
                    <a:pt x="736" y="65"/>
                  </a:lnTo>
                  <a:close/>
                  <a:moveTo>
                    <a:pt x="849" y="123"/>
                  </a:moveTo>
                  <a:cubicBezTo>
                    <a:pt x="843" y="130"/>
                    <a:pt x="834" y="134"/>
                    <a:pt x="824" y="134"/>
                  </a:cubicBezTo>
                  <a:cubicBezTo>
                    <a:pt x="806" y="134"/>
                    <a:pt x="791" y="122"/>
                    <a:pt x="791" y="103"/>
                  </a:cubicBezTo>
                  <a:cubicBezTo>
                    <a:pt x="791" y="84"/>
                    <a:pt x="806" y="72"/>
                    <a:pt x="827" y="72"/>
                  </a:cubicBezTo>
                  <a:cubicBezTo>
                    <a:pt x="834" y="72"/>
                    <a:pt x="841" y="73"/>
                    <a:pt x="848" y="75"/>
                  </a:cubicBezTo>
                  <a:cubicBezTo>
                    <a:pt x="848" y="73"/>
                    <a:pt x="848" y="73"/>
                    <a:pt x="848" y="73"/>
                  </a:cubicBezTo>
                  <a:cubicBezTo>
                    <a:pt x="848" y="63"/>
                    <a:pt x="842" y="59"/>
                    <a:pt x="827" y="59"/>
                  </a:cubicBezTo>
                  <a:cubicBezTo>
                    <a:pt x="818" y="59"/>
                    <a:pt x="809" y="62"/>
                    <a:pt x="801" y="66"/>
                  </a:cubicBezTo>
                  <a:cubicBezTo>
                    <a:pt x="800" y="66"/>
                    <a:pt x="800" y="66"/>
                    <a:pt x="800" y="66"/>
                  </a:cubicBezTo>
                  <a:cubicBezTo>
                    <a:pt x="800" y="44"/>
                    <a:pt x="800" y="44"/>
                    <a:pt x="800" y="44"/>
                  </a:cubicBezTo>
                  <a:cubicBezTo>
                    <a:pt x="807" y="40"/>
                    <a:pt x="820" y="36"/>
                    <a:pt x="832" y="36"/>
                  </a:cubicBezTo>
                  <a:cubicBezTo>
                    <a:pt x="860" y="36"/>
                    <a:pt x="876" y="49"/>
                    <a:pt x="876" y="73"/>
                  </a:cubicBezTo>
                  <a:cubicBezTo>
                    <a:pt x="876" y="132"/>
                    <a:pt x="876" y="132"/>
                    <a:pt x="876" y="132"/>
                  </a:cubicBezTo>
                  <a:cubicBezTo>
                    <a:pt x="849" y="132"/>
                    <a:pt x="849" y="132"/>
                    <a:pt x="849" y="132"/>
                  </a:cubicBezTo>
                  <a:cubicBezTo>
                    <a:pt x="849" y="123"/>
                    <a:pt x="849" y="123"/>
                    <a:pt x="849" y="123"/>
                  </a:cubicBezTo>
                  <a:close/>
                  <a:moveTo>
                    <a:pt x="848" y="102"/>
                  </a:moveTo>
                  <a:cubicBezTo>
                    <a:pt x="848" y="94"/>
                    <a:pt x="848" y="94"/>
                    <a:pt x="848" y="94"/>
                  </a:cubicBezTo>
                  <a:cubicBezTo>
                    <a:pt x="844" y="92"/>
                    <a:pt x="838" y="91"/>
                    <a:pt x="833" y="91"/>
                  </a:cubicBezTo>
                  <a:cubicBezTo>
                    <a:pt x="823" y="91"/>
                    <a:pt x="818" y="95"/>
                    <a:pt x="818" y="102"/>
                  </a:cubicBezTo>
                  <a:cubicBezTo>
                    <a:pt x="818" y="110"/>
                    <a:pt x="823" y="113"/>
                    <a:pt x="832" y="113"/>
                  </a:cubicBezTo>
                  <a:cubicBezTo>
                    <a:pt x="839" y="113"/>
                    <a:pt x="845" y="109"/>
                    <a:pt x="848" y="102"/>
                  </a:cubicBezTo>
                  <a:close/>
                  <a:moveTo>
                    <a:pt x="890" y="85"/>
                  </a:moveTo>
                  <a:cubicBezTo>
                    <a:pt x="890" y="55"/>
                    <a:pt x="911" y="36"/>
                    <a:pt x="939" y="36"/>
                  </a:cubicBezTo>
                  <a:cubicBezTo>
                    <a:pt x="949" y="36"/>
                    <a:pt x="958" y="38"/>
                    <a:pt x="965" y="43"/>
                  </a:cubicBezTo>
                  <a:cubicBezTo>
                    <a:pt x="965" y="67"/>
                    <a:pt x="965" y="67"/>
                    <a:pt x="965" y="67"/>
                  </a:cubicBezTo>
                  <a:cubicBezTo>
                    <a:pt x="964" y="67"/>
                    <a:pt x="964" y="67"/>
                    <a:pt x="964" y="67"/>
                  </a:cubicBezTo>
                  <a:cubicBezTo>
                    <a:pt x="958" y="62"/>
                    <a:pt x="951" y="60"/>
                    <a:pt x="943" y="60"/>
                  </a:cubicBezTo>
                  <a:cubicBezTo>
                    <a:pt x="929" y="60"/>
                    <a:pt x="918" y="69"/>
                    <a:pt x="918" y="85"/>
                  </a:cubicBezTo>
                  <a:cubicBezTo>
                    <a:pt x="918" y="101"/>
                    <a:pt x="929" y="110"/>
                    <a:pt x="943" y="110"/>
                  </a:cubicBezTo>
                  <a:cubicBezTo>
                    <a:pt x="951" y="110"/>
                    <a:pt x="958" y="108"/>
                    <a:pt x="964" y="103"/>
                  </a:cubicBezTo>
                  <a:cubicBezTo>
                    <a:pt x="965" y="103"/>
                    <a:pt x="965" y="103"/>
                    <a:pt x="965" y="103"/>
                  </a:cubicBezTo>
                  <a:cubicBezTo>
                    <a:pt x="965" y="127"/>
                    <a:pt x="965" y="127"/>
                    <a:pt x="965" y="127"/>
                  </a:cubicBezTo>
                  <a:cubicBezTo>
                    <a:pt x="958" y="132"/>
                    <a:pt x="949" y="134"/>
                    <a:pt x="939" y="134"/>
                  </a:cubicBezTo>
                  <a:cubicBezTo>
                    <a:pt x="911" y="134"/>
                    <a:pt x="890" y="115"/>
                    <a:pt x="890" y="85"/>
                  </a:cubicBezTo>
                  <a:close/>
                  <a:moveTo>
                    <a:pt x="1010" y="89"/>
                  </a:moveTo>
                  <a:cubicBezTo>
                    <a:pt x="1010" y="132"/>
                    <a:pt x="1010" y="132"/>
                    <a:pt x="1010" y="132"/>
                  </a:cubicBezTo>
                  <a:cubicBezTo>
                    <a:pt x="983" y="132"/>
                    <a:pt x="983" y="132"/>
                    <a:pt x="983" y="132"/>
                  </a:cubicBezTo>
                  <a:cubicBezTo>
                    <a:pt x="983" y="0"/>
                    <a:pt x="983" y="0"/>
                    <a:pt x="983" y="0"/>
                  </a:cubicBezTo>
                  <a:cubicBezTo>
                    <a:pt x="1010" y="0"/>
                    <a:pt x="1010" y="0"/>
                    <a:pt x="1010" y="0"/>
                  </a:cubicBezTo>
                  <a:cubicBezTo>
                    <a:pt x="1010" y="75"/>
                    <a:pt x="1010" y="75"/>
                    <a:pt x="1010" y="75"/>
                  </a:cubicBezTo>
                  <a:cubicBezTo>
                    <a:pt x="1039" y="38"/>
                    <a:pt x="1039" y="38"/>
                    <a:pt x="1039" y="38"/>
                  </a:cubicBezTo>
                  <a:cubicBezTo>
                    <a:pt x="1070" y="38"/>
                    <a:pt x="1070" y="38"/>
                    <a:pt x="1070" y="38"/>
                  </a:cubicBezTo>
                  <a:cubicBezTo>
                    <a:pt x="1070" y="39"/>
                    <a:pt x="1070" y="39"/>
                    <a:pt x="1070" y="39"/>
                  </a:cubicBezTo>
                  <a:cubicBezTo>
                    <a:pt x="1036" y="82"/>
                    <a:pt x="1036" y="82"/>
                    <a:pt x="1036" y="82"/>
                  </a:cubicBezTo>
                  <a:cubicBezTo>
                    <a:pt x="1070" y="131"/>
                    <a:pt x="1070" y="131"/>
                    <a:pt x="1070" y="131"/>
                  </a:cubicBezTo>
                  <a:cubicBezTo>
                    <a:pt x="1070" y="132"/>
                    <a:pt x="1070" y="132"/>
                    <a:pt x="1070" y="132"/>
                  </a:cubicBezTo>
                  <a:cubicBezTo>
                    <a:pt x="1038" y="132"/>
                    <a:pt x="1038" y="132"/>
                    <a:pt x="1038" y="132"/>
                  </a:cubicBezTo>
                  <a:lnTo>
                    <a:pt x="1010" y="89"/>
                  </a:lnTo>
                  <a:close/>
                  <a:moveTo>
                    <a:pt x="1133" y="123"/>
                  </a:moveTo>
                  <a:cubicBezTo>
                    <a:pt x="1127" y="130"/>
                    <a:pt x="1118" y="134"/>
                    <a:pt x="1108" y="134"/>
                  </a:cubicBezTo>
                  <a:cubicBezTo>
                    <a:pt x="1090" y="134"/>
                    <a:pt x="1075" y="122"/>
                    <a:pt x="1075" y="103"/>
                  </a:cubicBezTo>
                  <a:cubicBezTo>
                    <a:pt x="1075" y="84"/>
                    <a:pt x="1090" y="72"/>
                    <a:pt x="1112" y="72"/>
                  </a:cubicBezTo>
                  <a:cubicBezTo>
                    <a:pt x="1118" y="72"/>
                    <a:pt x="1125" y="73"/>
                    <a:pt x="1133" y="75"/>
                  </a:cubicBezTo>
                  <a:cubicBezTo>
                    <a:pt x="1133" y="73"/>
                    <a:pt x="1133" y="73"/>
                    <a:pt x="1133" y="73"/>
                  </a:cubicBezTo>
                  <a:cubicBezTo>
                    <a:pt x="1133" y="63"/>
                    <a:pt x="1127" y="59"/>
                    <a:pt x="1112" y="59"/>
                  </a:cubicBezTo>
                  <a:cubicBezTo>
                    <a:pt x="1102" y="59"/>
                    <a:pt x="1093" y="62"/>
                    <a:pt x="1086" y="66"/>
                  </a:cubicBezTo>
                  <a:cubicBezTo>
                    <a:pt x="1084" y="66"/>
                    <a:pt x="1084" y="66"/>
                    <a:pt x="1084" y="66"/>
                  </a:cubicBezTo>
                  <a:cubicBezTo>
                    <a:pt x="1084" y="44"/>
                    <a:pt x="1084" y="44"/>
                    <a:pt x="1084" y="44"/>
                  </a:cubicBezTo>
                  <a:cubicBezTo>
                    <a:pt x="1092" y="40"/>
                    <a:pt x="1104" y="36"/>
                    <a:pt x="1117" y="36"/>
                  </a:cubicBezTo>
                  <a:cubicBezTo>
                    <a:pt x="1145" y="36"/>
                    <a:pt x="1160" y="49"/>
                    <a:pt x="1160" y="73"/>
                  </a:cubicBezTo>
                  <a:cubicBezTo>
                    <a:pt x="1160" y="132"/>
                    <a:pt x="1160" y="132"/>
                    <a:pt x="1160" y="132"/>
                  </a:cubicBezTo>
                  <a:cubicBezTo>
                    <a:pt x="1133" y="132"/>
                    <a:pt x="1133" y="132"/>
                    <a:pt x="1133" y="132"/>
                  </a:cubicBezTo>
                  <a:cubicBezTo>
                    <a:pt x="1133" y="123"/>
                    <a:pt x="1133" y="123"/>
                    <a:pt x="1133" y="123"/>
                  </a:cubicBezTo>
                  <a:close/>
                  <a:moveTo>
                    <a:pt x="1133" y="102"/>
                  </a:moveTo>
                  <a:cubicBezTo>
                    <a:pt x="1133" y="94"/>
                    <a:pt x="1133" y="94"/>
                    <a:pt x="1133" y="94"/>
                  </a:cubicBezTo>
                  <a:cubicBezTo>
                    <a:pt x="1128" y="92"/>
                    <a:pt x="1123" y="91"/>
                    <a:pt x="1117" y="91"/>
                  </a:cubicBezTo>
                  <a:cubicBezTo>
                    <a:pt x="1108" y="91"/>
                    <a:pt x="1103" y="95"/>
                    <a:pt x="1103" y="102"/>
                  </a:cubicBezTo>
                  <a:cubicBezTo>
                    <a:pt x="1103" y="110"/>
                    <a:pt x="1108" y="113"/>
                    <a:pt x="1116" y="113"/>
                  </a:cubicBezTo>
                  <a:cubicBezTo>
                    <a:pt x="1124" y="113"/>
                    <a:pt x="1130" y="109"/>
                    <a:pt x="1133" y="102"/>
                  </a:cubicBezTo>
                  <a:close/>
                  <a:moveTo>
                    <a:pt x="1207" y="53"/>
                  </a:moveTo>
                  <a:cubicBezTo>
                    <a:pt x="1212" y="43"/>
                    <a:pt x="1220" y="37"/>
                    <a:pt x="1230" y="37"/>
                  </a:cubicBezTo>
                  <a:cubicBezTo>
                    <a:pt x="1234" y="37"/>
                    <a:pt x="1238" y="38"/>
                    <a:pt x="1239" y="39"/>
                  </a:cubicBezTo>
                  <a:cubicBezTo>
                    <a:pt x="1239" y="65"/>
                    <a:pt x="1239" y="65"/>
                    <a:pt x="1239" y="65"/>
                  </a:cubicBezTo>
                  <a:cubicBezTo>
                    <a:pt x="1238" y="65"/>
                    <a:pt x="1238" y="65"/>
                    <a:pt x="1238" y="65"/>
                  </a:cubicBezTo>
                  <a:cubicBezTo>
                    <a:pt x="1235" y="64"/>
                    <a:pt x="1231" y="63"/>
                    <a:pt x="1226" y="63"/>
                  </a:cubicBezTo>
                  <a:cubicBezTo>
                    <a:pt x="1217" y="63"/>
                    <a:pt x="1210" y="68"/>
                    <a:pt x="1208" y="78"/>
                  </a:cubicBezTo>
                  <a:cubicBezTo>
                    <a:pt x="1208" y="132"/>
                    <a:pt x="1208" y="132"/>
                    <a:pt x="1208" y="132"/>
                  </a:cubicBezTo>
                  <a:cubicBezTo>
                    <a:pt x="1180" y="132"/>
                    <a:pt x="1180" y="132"/>
                    <a:pt x="1180" y="132"/>
                  </a:cubicBezTo>
                  <a:cubicBezTo>
                    <a:pt x="1180" y="38"/>
                    <a:pt x="1180" y="38"/>
                    <a:pt x="1180" y="38"/>
                  </a:cubicBezTo>
                  <a:cubicBezTo>
                    <a:pt x="1207" y="38"/>
                    <a:pt x="1207" y="38"/>
                    <a:pt x="1207" y="38"/>
                  </a:cubicBezTo>
                  <a:cubicBezTo>
                    <a:pt x="1207" y="53"/>
                    <a:pt x="1207" y="53"/>
                    <a:pt x="1207" y="53"/>
                  </a:cubicBezTo>
                  <a:close/>
                  <a:moveTo>
                    <a:pt x="1314" y="122"/>
                  </a:moveTo>
                  <a:cubicBezTo>
                    <a:pt x="1308" y="130"/>
                    <a:pt x="1298" y="134"/>
                    <a:pt x="1286" y="134"/>
                  </a:cubicBezTo>
                  <a:cubicBezTo>
                    <a:pt x="1262" y="134"/>
                    <a:pt x="1246" y="112"/>
                    <a:pt x="1246" y="85"/>
                  </a:cubicBezTo>
                  <a:cubicBezTo>
                    <a:pt x="1246" y="58"/>
                    <a:pt x="1262" y="36"/>
                    <a:pt x="1286" y="36"/>
                  </a:cubicBezTo>
                  <a:cubicBezTo>
                    <a:pt x="1298" y="36"/>
                    <a:pt x="1307" y="40"/>
                    <a:pt x="1313" y="47"/>
                  </a:cubicBezTo>
                  <a:cubicBezTo>
                    <a:pt x="1313" y="0"/>
                    <a:pt x="1313" y="0"/>
                    <a:pt x="1313" y="0"/>
                  </a:cubicBezTo>
                  <a:cubicBezTo>
                    <a:pt x="1341" y="0"/>
                    <a:pt x="1341" y="0"/>
                    <a:pt x="1341" y="0"/>
                  </a:cubicBezTo>
                  <a:cubicBezTo>
                    <a:pt x="1341" y="132"/>
                    <a:pt x="1341" y="132"/>
                    <a:pt x="1341" y="132"/>
                  </a:cubicBezTo>
                  <a:cubicBezTo>
                    <a:pt x="1314" y="132"/>
                    <a:pt x="1314" y="132"/>
                    <a:pt x="1314" y="132"/>
                  </a:cubicBezTo>
                  <a:cubicBezTo>
                    <a:pt x="1314" y="122"/>
                    <a:pt x="1314" y="122"/>
                    <a:pt x="1314" y="122"/>
                  </a:cubicBezTo>
                  <a:close/>
                  <a:moveTo>
                    <a:pt x="1313" y="100"/>
                  </a:moveTo>
                  <a:cubicBezTo>
                    <a:pt x="1313" y="70"/>
                    <a:pt x="1313" y="70"/>
                    <a:pt x="1313" y="70"/>
                  </a:cubicBezTo>
                  <a:cubicBezTo>
                    <a:pt x="1308" y="63"/>
                    <a:pt x="1302" y="60"/>
                    <a:pt x="1295" y="60"/>
                  </a:cubicBezTo>
                  <a:cubicBezTo>
                    <a:pt x="1283" y="60"/>
                    <a:pt x="1275" y="69"/>
                    <a:pt x="1275" y="85"/>
                  </a:cubicBezTo>
                  <a:cubicBezTo>
                    <a:pt x="1275" y="101"/>
                    <a:pt x="1283" y="110"/>
                    <a:pt x="1295" y="110"/>
                  </a:cubicBezTo>
                  <a:cubicBezTo>
                    <a:pt x="1302" y="110"/>
                    <a:pt x="1308" y="107"/>
                    <a:pt x="1313" y="100"/>
                  </a:cubicBezTo>
                  <a:close/>
                  <a:moveTo>
                    <a:pt x="0" y="175"/>
                  </a:moveTo>
                  <a:cubicBezTo>
                    <a:pt x="81" y="175"/>
                    <a:pt x="81" y="175"/>
                    <a:pt x="81" y="175"/>
                  </a:cubicBezTo>
                  <a:cubicBezTo>
                    <a:pt x="81" y="191"/>
                    <a:pt x="81" y="191"/>
                    <a:pt x="81" y="191"/>
                  </a:cubicBezTo>
                  <a:cubicBezTo>
                    <a:pt x="18" y="191"/>
                    <a:pt x="18" y="191"/>
                    <a:pt x="18" y="191"/>
                  </a:cubicBezTo>
                  <a:cubicBezTo>
                    <a:pt x="18" y="231"/>
                    <a:pt x="18" y="231"/>
                    <a:pt x="18" y="231"/>
                  </a:cubicBezTo>
                  <a:cubicBezTo>
                    <a:pt x="75" y="231"/>
                    <a:pt x="75" y="231"/>
                    <a:pt x="75" y="231"/>
                  </a:cubicBezTo>
                  <a:cubicBezTo>
                    <a:pt x="75" y="247"/>
                    <a:pt x="75" y="247"/>
                    <a:pt x="75" y="247"/>
                  </a:cubicBezTo>
                  <a:cubicBezTo>
                    <a:pt x="18" y="247"/>
                    <a:pt x="18" y="247"/>
                    <a:pt x="18" y="247"/>
                  </a:cubicBezTo>
                  <a:cubicBezTo>
                    <a:pt x="18" y="291"/>
                    <a:pt x="18" y="291"/>
                    <a:pt x="18" y="291"/>
                  </a:cubicBezTo>
                  <a:cubicBezTo>
                    <a:pt x="81" y="291"/>
                    <a:pt x="81" y="291"/>
                    <a:pt x="81" y="291"/>
                  </a:cubicBezTo>
                  <a:cubicBezTo>
                    <a:pt x="81" y="307"/>
                    <a:pt x="81" y="307"/>
                    <a:pt x="81" y="307"/>
                  </a:cubicBezTo>
                  <a:cubicBezTo>
                    <a:pt x="0" y="307"/>
                    <a:pt x="0" y="307"/>
                    <a:pt x="0" y="307"/>
                  </a:cubicBezTo>
                  <a:lnTo>
                    <a:pt x="0" y="175"/>
                  </a:lnTo>
                  <a:close/>
                  <a:moveTo>
                    <a:pt x="149" y="212"/>
                  </a:moveTo>
                  <a:cubicBezTo>
                    <a:pt x="169" y="212"/>
                    <a:pt x="181" y="226"/>
                    <a:pt x="181" y="248"/>
                  </a:cubicBezTo>
                  <a:cubicBezTo>
                    <a:pt x="181" y="307"/>
                    <a:pt x="181" y="307"/>
                    <a:pt x="181" y="307"/>
                  </a:cubicBezTo>
                  <a:cubicBezTo>
                    <a:pt x="164" y="307"/>
                    <a:pt x="164" y="307"/>
                    <a:pt x="164" y="307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4" y="237"/>
                    <a:pt x="157" y="228"/>
                    <a:pt x="144" y="228"/>
                  </a:cubicBezTo>
                  <a:cubicBezTo>
                    <a:pt x="133" y="228"/>
                    <a:pt x="124" y="235"/>
                    <a:pt x="121" y="245"/>
                  </a:cubicBezTo>
                  <a:cubicBezTo>
                    <a:pt x="121" y="307"/>
                    <a:pt x="121" y="307"/>
                    <a:pt x="121" y="307"/>
                  </a:cubicBezTo>
                  <a:cubicBezTo>
                    <a:pt x="103" y="307"/>
                    <a:pt x="103" y="307"/>
                    <a:pt x="103" y="307"/>
                  </a:cubicBezTo>
                  <a:cubicBezTo>
                    <a:pt x="103" y="214"/>
                    <a:pt x="103" y="214"/>
                    <a:pt x="103" y="214"/>
                  </a:cubicBezTo>
                  <a:cubicBezTo>
                    <a:pt x="121" y="214"/>
                    <a:pt x="121" y="214"/>
                    <a:pt x="121" y="214"/>
                  </a:cubicBezTo>
                  <a:cubicBezTo>
                    <a:pt x="121" y="227"/>
                    <a:pt x="121" y="227"/>
                    <a:pt x="121" y="227"/>
                  </a:cubicBezTo>
                  <a:cubicBezTo>
                    <a:pt x="126" y="219"/>
                    <a:pt x="136" y="212"/>
                    <a:pt x="149" y="212"/>
                  </a:cubicBezTo>
                  <a:close/>
                  <a:moveTo>
                    <a:pt x="228" y="214"/>
                  </a:moveTo>
                  <a:cubicBezTo>
                    <a:pt x="252" y="214"/>
                    <a:pt x="252" y="214"/>
                    <a:pt x="252" y="214"/>
                  </a:cubicBezTo>
                  <a:cubicBezTo>
                    <a:pt x="252" y="229"/>
                    <a:pt x="252" y="229"/>
                    <a:pt x="252" y="229"/>
                  </a:cubicBezTo>
                  <a:cubicBezTo>
                    <a:pt x="228" y="229"/>
                    <a:pt x="228" y="229"/>
                    <a:pt x="228" y="229"/>
                  </a:cubicBezTo>
                  <a:cubicBezTo>
                    <a:pt x="228" y="279"/>
                    <a:pt x="228" y="279"/>
                    <a:pt x="228" y="279"/>
                  </a:cubicBezTo>
                  <a:cubicBezTo>
                    <a:pt x="228" y="289"/>
                    <a:pt x="234" y="293"/>
                    <a:pt x="243" y="293"/>
                  </a:cubicBezTo>
                  <a:cubicBezTo>
                    <a:pt x="246" y="293"/>
                    <a:pt x="249" y="293"/>
                    <a:pt x="251" y="292"/>
                  </a:cubicBezTo>
                  <a:cubicBezTo>
                    <a:pt x="252" y="292"/>
                    <a:pt x="252" y="292"/>
                    <a:pt x="252" y="292"/>
                  </a:cubicBezTo>
                  <a:cubicBezTo>
                    <a:pt x="252" y="307"/>
                    <a:pt x="252" y="307"/>
                    <a:pt x="252" y="307"/>
                  </a:cubicBezTo>
                  <a:cubicBezTo>
                    <a:pt x="249" y="308"/>
                    <a:pt x="246" y="309"/>
                    <a:pt x="241" y="309"/>
                  </a:cubicBezTo>
                  <a:cubicBezTo>
                    <a:pt x="219" y="309"/>
                    <a:pt x="211" y="299"/>
                    <a:pt x="211" y="281"/>
                  </a:cubicBezTo>
                  <a:cubicBezTo>
                    <a:pt x="211" y="229"/>
                    <a:pt x="211" y="229"/>
                    <a:pt x="211" y="229"/>
                  </a:cubicBezTo>
                  <a:cubicBezTo>
                    <a:pt x="195" y="229"/>
                    <a:pt x="195" y="229"/>
                    <a:pt x="195" y="229"/>
                  </a:cubicBezTo>
                  <a:cubicBezTo>
                    <a:pt x="195" y="214"/>
                    <a:pt x="195" y="214"/>
                    <a:pt x="195" y="214"/>
                  </a:cubicBezTo>
                  <a:cubicBezTo>
                    <a:pt x="211" y="214"/>
                    <a:pt x="211" y="214"/>
                    <a:pt x="211" y="214"/>
                  </a:cubicBezTo>
                  <a:cubicBezTo>
                    <a:pt x="211" y="189"/>
                    <a:pt x="211" y="189"/>
                    <a:pt x="211" y="189"/>
                  </a:cubicBezTo>
                  <a:cubicBezTo>
                    <a:pt x="228" y="189"/>
                    <a:pt x="228" y="189"/>
                    <a:pt x="228" y="189"/>
                  </a:cubicBezTo>
                  <a:lnTo>
                    <a:pt x="228" y="214"/>
                  </a:lnTo>
                  <a:close/>
                  <a:moveTo>
                    <a:pt x="309" y="309"/>
                  </a:moveTo>
                  <a:cubicBezTo>
                    <a:pt x="282" y="309"/>
                    <a:pt x="263" y="290"/>
                    <a:pt x="263" y="261"/>
                  </a:cubicBezTo>
                  <a:cubicBezTo>
                    <a:pt x="263" y="232"/>
                    <a:pt x="280" y="212"/>
                    <a:pt x="305" y="212"/>
                  </a:cubicBezTo>
                  <a:cubicBezTo>
                    <a:pt x="331" y="212"/>
                    <a:pt x="344" y="230"/>
                    <a:pt x="344" y="258"/>
                  </a:cubicBezTo>
                  <a:cubicBezTo>
                    <a:pt x="344" y="266"/>
                    <a:pt x="344" y="266"/>
                    <a:pt x="344" y="266"/>
                  </a:cubicBezTo>
                  <a:cubicBezTo>
                    <a:pt x="281" y="266"/>
                    <a:pt x="281" y="266"/>
                    <a:pt x="281" y="266"/>
                  </a:cubicBezTo>
                  <a:cubicBezTo>
                    <a:pt x="282" y="284"/>
                    <a:pt x="295" y="293"/>
                    <a:pt x="311" y="293"/>
                  </a:cubicBezTo>
                  <a:cubicBezTo>
                    <a:pt x="321" y="293"/>
                    <a:pt x="329" y="291"/>
                    <a:pt x="337" y="285"/>
                  </a:cubicBezTo>
                  <a:cubicBezTo>
                    <a:pt x="338" y="285"/>
                    <a:pt x="338" y="285"/>
                    <a:pt x="338" y="285"/>
                  </a:cubicBezTo>
                  <a:cubicBezTo>
                    <a:pt x="338" y="300"/>
                    <a:pt x="338" y="300"/>
                    <a:pt x="338" y="300"/>
                  </a:cubicBezTo>
                  <a:cubicBezTo>
                    <a:pt x="330" y="306"/>
                    <a:pt x="320" y="309"/>
                    <a:pt x="309" y="309"/>
                  </a:cubicBezTo>
                  <a:close/>
                  <a:moveTo>
                    <a:pt x="281" y="251"/>
                  </a:moveTo>
                  <a:cubicBezTo>
                    <a:pt x="327" y="251"/>
                    <a:pt x="327" y="251"/>
                    <a:pt x="327" y="251"/>
                  </a:cubicBezTo>
                  <a:cubicBezTo>
                    <a:pt x="327" y="237"/>
                    <a:pt x="320" y="227"/>
                    <a:pt x="306" y="227"/>
                  </a:cubicBezTo>
                  <a:cubicBezTo>
                    <a:pt x="292" y="227"/>
                    <a:pt x="284" y="237"/>
                    <a:pt x="281" y="251"/>
                  </a:cubicBezTo>
                  <a:close/>
                  <a:moveTo>
                    <a:pt x="382" y="228"/>
                  </a:moveTo>
                  <a:cubicBezTo>
                    <a:pt x="386" y="218"/>
                    <a:pt x="395" y="212"/>
                    <a:pt x="405" y="212"/>
                  </a:cubicBezTo>
                  <a:cubicBezTo>
                    <a:pt x="409" y="212"/>
                    <a:pt x="413" y="213"/>
                    <a:pt x="414" y="214"/>
                  </a:cubicBezTo>
                  <a:cubicBezTo>
                    <a:pt x="414" y="231"/>
                    <a:pt x="414" y="231"/>
                    <a:pt x="414" y="231"/>
                  </a:cubicBezTo>
                  <a:cubicBezTo>
                    <a:pt x="414" y="231"/>
                    <a:pt x="414" y="231"/>
                    <a:pt x="414" y="231"/>
                  </a:cubicBezTo>
                  <a:cubicBezTo>
                    <a:pt x="411" y="230"/>
                    <a:pt x="407" y="229"/>
                    <a:pt x="403" y="229"/>
                  </a:cubicBezTo>
                  <a:cubicBezTo>
                    <a:pt x="393" y="229"/>
                    <a:pt x="385" y="236"/>
                    <a:pt x="382" y="246"/>
                  </a:cubicBezTo>
                  <a:cubicBezTo>
                    <a:pt x="382" y="307"/>
                    <a:pt x="382" y="307"/>
                    <a:pt x="382" y="307"/>
                  </a:cubicBezTo>
                  <a:cubicBezTo>
                    <a:pt x="365" y="307"/>
                    <a:pt x="365" y="307"/>
                    <a:pt x="365" y="307"/>
                  </a:cubicBezTo>
                  <a:cubicBezTo>
                    <a:pt x="365" y="214"/>
                    <a:pt x="365" y="214"/>
                    <a:pt x="365" y="214"/>
                  </a:cubicBezTo>
                  <a:cubicBezTo>
                    <a:pt x="382" y="214"/>
                    <a:pt x="382" y="214"/>
                    <a:pt x="382" y="214"/>
                  </a:cubicBezTo>
                  <a:cubicBezTo>
                    <a:pt x="382" y="228"/>
                    <a:pt x="382" y="228"/>
                    <a:pt x="382" y="228"/>
                  </a:cubicBezTo>
                  <a:close/>
                  <a:moveTo>
                    <a:pt x="474" y="212"/>
                  </a:moveTo>
                  <a:cubicBezTo>
                    <a:pt x="502" y="212"/>
                    <a:pt x="516" y="235"/>
                    <a:pt x="516" y="260"/>
                  </a:cubicBezTo>
                  <a:cubicBezTo>
                    <a:pt x="516" y="286"/>
                    <a:pt x="502" y="309"/>
                    <a:pt x="474" y="309"/>
                  </a:cubicBezTo>
                  <a:cubicBezTo>
                    <a:pt x="463" y="309"/>
                    <a:pt x="453" y="303"/>
                    <a:pt x="448" y="296"/>
                  </a:cubicBezTo>
                  <a:cubicBezTo>
                    <a:pt x="448" y="342"/>
                    <a:pt x="448" y="342"/>
                    <a:pt x="448" y="342"/>
                  </a:cubicBezTo>
                  <a:cubicBezTo>
                    <a:pt x="430" y="342"/>
                    <a:pt x="430" y="342"/>
                    <a:pt x="430" y="342"/>
                  </a:cubicBezTo>
                  <a:cubicBezTo>
                    <a:pt x="430" y="214"/>
                    <a:pt x="430" y="214"/>
                    <a:pt x="430" y="214"/>
                  </a:cubicBezTo>
                  <a:cubicBezTo>
                    <a:pt x="448" y="214"/>
                    <a:pt x="448" y="214"/>
                    <a:pt x="448" y="214"/>
                  </a:cubicBezTo>
                  <a:cubicBezTo>
                    <a:pt x="448" y="224"/>
                    <a:pt x="448" y="224"/>
                    <a:pt x="448" y="224"/>
                  </a:cubicBezTo>
                  <a:cubicBezTo>
                    <a:pt x="453" y="218"/>
                    <a:pt x="463" y="212"/>
                    <a:pt x="474" y="212"/>
                  </a:cubicBezTo>
                  <a:close/>
                  <a:moveTo>
                    <a:pt x="471" y="293"/>
                  </a:moveTo>
                  <a:cubicBezTo>
                    <a:pt x="488" y="293"/>
                    <a:pt x="498" y="279"/>
                    <a:pt x="498" y="260"/>
                  </a:cubicBezTo>
                  <a:cubicBezTo>
                    <a:pt x="498" y="242"/>
                    <a:pt x="488" y="228"/>
                    <a:pt x="471" y="228"/>
                  </a:cubicBezTo>
                  <a:cubicBezTo>
                    <a:pt x="461" y="228"/>
                    <a:pt x="453" y="233"/>
                    <a:pt x="448" y="243"/>
                  </a:cubicBezTo>
                  <a:cubicBezTo>
                    <a:pt x="448" y="278"/>
                    <a:pt x="448" y="278"/>
                    <a:pt x="448" y="278"/>
                  </a:cubicBezTo>
                  <a:cubicBezTo>
                    <a:pt x="453" y="287"/>
                    <a:pt x="461" y="293"/>
                    <a:pt x="471" y="293"/>
                  </a:cubicBezTo>
                  <a:close/>
                  <a:moveTo>
                    <a:pt x="554" y="228"/>
                  </a:moveTo>
                  <a:cubicBezTo>
                    <a:pt x="558" y="218"/>
                    <a:pt x="567" y="212"/>
                    <a:pt x="577" y="212"/>
                  </a:cubicBezTo>
                  <a:cubicBezTo>
                    <a:pt x="581" y="212"/>
                    <a:pt x="585" y="213"/>
                    <a:pt x="587" y="214"/>
                  </a:cubicBezTo>
                  <a:cubicBezTo>
                    <a:pt x="587" y="231"/>
                    <a:pt x="587" y="231"/>
                    <a:pt x="587" y="231"/>
                  </a:cubicBezTo>
                  <a:cubicBezTo>
                    <a:pt x="586" y="231"/>
                    <a:pt x="586" y="231"/>
                    <a:pt x="586" y="231"/>
                  </a:cubicBezTo>
                  <a:cubicBezTo>
                    <a:pt x="583" y="230"/>
                    <a:pt x="579" y="229"/>
                    <a:pt x="575" y="229"/>
                  </a:cubicBezTo>
                  <a:cubicBezTo>
                    <a:pt x="565" y="229"/>
                    <a:pt x="557" y="236"/>
                    <a:pt x="554" y="246"/>
                  </a:cubicBezTo>
                  <a:cubicBezTo>
                    <a:pt x="554" y="307"/>
                    <a:pt x="554" y="307"/>
                    <a:pt x="554" y="307"/>
                  </a:cubicBezTo>
                  <a:cubicBezTo>
                    <a:pt x="537" y="307"/>
                    <a:pt x="537" y="307"/>
                    <a:pt x="537" y="307"/>
                  </a:cubicBezTo>
                  <a:cubicBezTo>
                    <a:pt x="537" y="214"/>
                    <a:pt x="537" y="214"/>
                    <a:pt x="537" y="214"/>
                  </a:cubicBezTo>
                  <a:cubicBezTo>
                    <a:pt x="554" y="214"/>
                    <a:pt x="554" y="214"/>
                    <a:pt x="554" y="214"/>
                  </a:cubicBezTo>
                  <a:cubicBezTo>
                    <a:pt x="554" y="228"/>
                    <a:pt x="554" y="228"/>
                    <a:pt x="554" y="228"/>
                  </a:cubicBezTo>
                  <a:close/>
                  <a:moveTo>
                    <a:pt x="612" y="176"/>
                  </a:moveTo>
                  <a:cubicBezTo>
                    <a:pt x="618" y="176"/>
                    <a:pt x="623" y="181"/>
                    <a:pt x="623" y="187"/>
                  </a:cubicBezTo>
                  <a:cubicBezTo>
                    <a:pt x="623" y="193"/>
                    <a:pt x="618" y="198"/>
                    <a:pt x="612" y="198"/>
                  </a:cubicBezTo>
                  <a:cubicBezTo>
                    <a:pt x="606" y="198"/>
                    <a:pt x="601" y="193"/>
                    <a:pt x="601" y="187"/>
                  </a:cubicBezTo>
                  <a:cubicBezTo>
                    <a:pt x="601" y="181"/>
                    <a:pt x="606" y="176"/>
                    <a:pt x="612" y="176"/>
                  </a:cubicBezTo>
                  <a:close/>
                  <a:moveTo>
                    <a:pt x="603" y="214"/>
                  </a:moveTo>
                  <a:cubicBezTo>
                    <a:pt x="621" y="214"/>
                    <a:pt x="621" y="214"/>
                    <a:pt x="621" y="214"/>
                  </a:cubicBezTo>
                  <a:cubicBezTo>
                    <a:pt x="621" y="307"/>
                    <a:pt x="621" y="307"/>
                    <a:pt x="621" y="307"/>
                  </a:cubicBezTo>
                  <a:cubicBezTo>
                    <a:pt x="603" y="307"/>
                    <a:pt x="603" y="307"/>
                    <a:pt x="603" y="307"/>
                  </a:cubicBezTo>
                  <a:lnTo>
                    <a:pt x="603" y="214"/>
                  </a:lnTo>
                  <a:close/>
                  <a:moveTo>
                    <a:pt x="683" y="252"/>
                  </a:moveTo>
                  <a:cubicBezTo>
                    <a:pt x="696" y="257"/>
                    <a:pt x="711" y="262"/>
                    <a:pt x="711" y="280"/>
                  </a:cubicBezTo>
                  <a:cubicBezTo>
                    <a:pt x="711" y="299"/>
                    <a:pt x="696" y="309"/>
                    <a:pt x="675" y="309"/>
                  </a:cubicBezTo>
                  <a:cubicBezTo>
                    <a:pt x="663" y="309"/>
                    <a:pt x="651" y="306"/>
                    <a:pt x="644" y="300"/>
                  </a:cubicBezTo>
                  <a:cubicBezTo>
                    <a:pt x="644" y="283"/>
                    <a:pt x="644" y="283"/>
                    <a:pt x="644" y="283"/>
                  </a:cubicBezTo>
                  <a:cubicBezTo>
                    <a:pt x="645" y="283"/>
                    <a:pt x="645" y="283"/>
                    <a:pt x="645" y="283"/>
                  </a:cubicBezTo>
                  <a:cubicBezTo>
                    <a:pt x="653" y="291"/>
                    <a:pt x="664" y="294"/>
                    <a:pt x="675" y="294"/>
                  </a:cubicBezTo>
                  <a:cubicBezTo>
                    <a:pt x="685" y="294"/>
                    <a:pt x="694" y="290"/>
                    <a:pt x="694" y="282"/>
                  </a:cubicBezTo>
                  <a:cubicBezTo>
                    <a:pt x="694" y="274"/>
                    <a:pt x="687" y="272"/>
                    <a:pt x="672" y="267"/>
                  </a:cubicBezTo>
                  <a:cubicBezTo>
                    <a:pt x="659" y="263"/>
                    <a:pt x="644" y="258"/>
                    <a:pt x="644" y="240"/>
                  </a:cubicBezTo>
                  <a:cubicBezTo>
                    <a:pt x="644" y="223"/>
                    <a:pt x="659" y="212"/>
                    <a:pt x="678" y="212"/>
                  </a:cubicBezTo>
                  <a:cubicBezTo>
                    <a:pt x="689" y="212"/>
                    <a:pt x="699" y="214"/>
                    <a:pt x="706" y="220"/>
                  </a:cubicBezTo>
                  <a:cubicBezTo>
                    <a:pt x="706" y="236"/>
                    <a:pt x="706" y="236"/>
                    <a:pt x="706" y="236"/>
                  </a:cubicBezTo>
                  <a:cubicBezTo>
                    <a:pt x="706" y="236"/>
                    <a:pt x="706" y="236"/>
                    <a:pt x="706" y="236"/>
                  </a:cubicBezTo>
                  <a:cubicBezTo>
                    <a:pt x="698" y="230"/>
                    <a:pt x="689" y="227"/>
                    <a:pt x="678" y="227"/>
                  </a:cubicBezTo>
                  <a:cubicBezTo>
                    <a:pt x="667" y="227"/>
                    <a:pt x="661" y="232"/>
                    <a:pt x="661" y="238"/>
                  </a:cubicBezTo>
                  <a:cubicBezTo>
                    <a:pt x="661" y="246"/>
                    <a:pt x="668" y="248"/>
                    <a:pt x="683" y="252"/>
                  </a:cubicBezTo>
                  <a:close/>
                  <a:moveTo>
                    <a:pt x="772" y="309"/>
                  </a:moveTo>
                  <a:cubicBezTo>
                    <a:pt x="745" y="309"/>
                    <a:pt x="726" y="290"/>
                    <a:pt x="726" y="261"/>
                  </a:cubicBezTo>
                  <a:cubicBezTo>
                    <a:pt x="726" y="232"/>
                    <a:pt x="744" y="212"/>
                    <a:pt x="769" y="212"/>
                  </a:cubicBezTo>
                  <a:cubicBezTo>
                    <a:pt x="794" y="212"/>
                    <a:pt x="807" y="230"/>
                    <a:pt x="807" y="258"/>
                  </a:cubicBezTo>
                  <a:cubicBezTo>
                    <a:pt x="807" y="266"/>
                    <a:pt x="807" y="266"/>
                    <a:pt x="807" y="266"/>
                  </a:cubicBezTo>
                  <a:cubicBezTo>
                    <a:pt x="744" y="266"/>
                    <a:pt x="744" y="266"/>
                    <a:pt x="744" y="266"/>
                  </a:cubicBezTo>
                  <a:cubicBezTo>
                    <a:pt x="746" y="284"/>
                    <a:pt x="758" y="293"/>
                    <a:pt x="774" y="293"/>
                  </a:cubicBezTo>
                  <a:cubicBezTo>
                    <a:pt x="785" y="293"/>
                    <a:pt x="792" y="291"/>
                    <a:pt x="800" y="285"/>
                  </a:cubicBezTo>
                  <a:cubicBezTo>
                    <a:pt x="801" y="285"/>
                    <a:pt x="801" y="285"/>
                    <a:pt x="801" y="285"/>
                  </a:cubicBezTo>
                  <a:cubicBezTo>
                    <a:pt x="801" y="300"/>
                    <a:pt x="801" y="300"/>
                    <a:pt x="801" y="300"/>
                  </a:cubicBezTo>
                  <a:cubicBezTo>
                    <a:pt x="793" y="306"/>
                    <a:pt x="783" y="309"/>
                    <a:pt x="772" y="309"/>
                  </a:cubicBezTo>
                  <a:close/>
                  <a:moveTo>
                    <a:pt x="744" y="251"/>
                  </a:moveTo>
                  <a:cubicBezTo>
                    <a:pt x="791" y="251"/>
                    <a:pt x="791" y="251"/>
                    <a:pt x="791" y="251"/>
                  </a:cubicBezTo>
                  <a:cubicBezTo>
                    <a:pt x="790" y="237"/>
                    <a:pt x="783" y="227"/>
                    <a:pt x="769" y="227"/>
                  </a:cubicBezTo>
                  <a:cubicBezTo>
                    <a:pt x="756" y="227"/>
                    <a:pt x="747" y="237"/>
                    <a:pt x="744" y="2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89513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urple Fram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3" y="2571746"/>
            <a:ext cx="8228011" cy="576263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8014" y="3149201"/>
            <a:ext cx="8228011" cy="5334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3200"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D21DF-B372-4715-A947-87638DB6C7DB}" type="datetime4">
              <a:rPr lang="en-US" smtClean="0"/>
              <a:t>August 21, 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| Confidential | Internal Use Only </a:t>
            </a: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6F8AB-BCEA-4347-8BA6-BE776009BC89}" type="slidenum">
              <a:rPr/>
              <a:pPr/>
              <a:t>‹#›</a:t>
            </a:fld>
            <a:endParaRPr/>
          </a:p>
        </p:txBody>
      </p:sp>
      <p:sp>
        <p:nvSpPr>
          <p:cNvPr id="10" name="Freeform 9"/>
          <p:cNvSpPr/>
          <p:nvPr/>
        </p:nvSpPr>
        <p:spPr>
          <a:xfrm>
            <a:off x="608013" y="462819"/>
            <a:ext cx="10986134" cy="1957368"/>
          </a:xfrm>
          <a:custGeom>
            <a:avLst/>
            <a:gdLst>
              <a:gd name="connsiteX0" fmla="*/ 188969 w 10986134"/>
              <a:gd name="connsiteY0" fmla="*/ 176957 h 1957368"/>
              <a:gd name="connsiteX1" fmla="*/ 188969 w 10986134"/>
              <a:gd name="connsiteY1" fmla="*/ 1768399 h 1957368"/>
              <a:gd name="connsiteX2" fmla="*/ 10797165 w 10986134"/>
              <a:gd name="connsiteY2" fmla="*/ 1768399 h 1957368"/>
              <a:gd name="connsiteX3" fmla="*/ 10797165 w 10986134"/>
              <a:gd name="connsiteY3" fmla="*/ 176957 h 1957368"/>
              <a:gd name="connsiteX4" fmla="*/ 10797165 w 10986134"/>
              <a:gd name="connsiteY4" fmla="*/ 0 h 1957368"/>
              <a:gd name="connsiteX5" fmla="*/ 10986134 w 10986134"/>
              <a:gd name="connsiteY5" fmla="*/ 0 h 1957368"/>
              <a:gd name="connsiteX6" fmla="*/ 10986134 w 10986134"/>
              <a:gd name="connsiteY6" fmla="*/ 1957368 h 1957368"/>
              <a:gd name="connsiteX7" fmla="*/ 10971369 w 10986134"/>
              <a:gd name="connsiteY7" fmla="*/ 1957368 h 1957368"/>
              <a:gd name="connsiteX8" fmla="*/ 10797165 w 10986134"/>
              <a:gd name="connsiteY8" fmla="*/ 1957368 h 1957368"/>
              <a:gd name="connsiteX9" fmla="*/ 188969 w 10986134"/>
              <a:gd name="connsiteY9" fmla="*/ 1957368 h 1957368"/>
              <a:gd name="connsiteX10" fmla="*/ 14764 w 10986134"/>
              <a:gd name="connsiteY10" fmla="*/ 1957368 h 1957368"/>
              <a:gd name="connsiteX11" fmla="*/ 0 w 10986134"/>
              <a:gd name="connsiteY11" fmla="*/ 1957368 h 1957368"/>
              <a:gd name="connsiteX12" fmla="*/ 0 w 10986134"/>
              <a:gd name="connsiteY12" fmla="*/ 0 h 1957368"/>
              <a:gd name="connsiteX13" fmla="*/ 14764 w 10986134"/>
              <a:gd name="connsiteY13" fmla="*/ 0 h 1957368"/>
              <a:gd name="connsiteX14" fmla="*/ 188969 w 10986134"/>
              <a:gd name="connsiteY14" fmla="*/ 0 h 1957368"/>
              <a:gd name="connsiteX15" fmla="*/ 10797165 w 10986134"/>
              <a:gd name="connsiteY15" fmla="*/ 0 h 195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986134" h="1957368">
                <a:moveTo>
                  <a:pt x="188969" y="176957"/>
                </a:moveTo>
                <a:lnTo>
                  <a:pt x="188969" y="1768399"/>
                </a:lnTo>
                <a:lnTo>
                  <a:pt x="10797165" y="1768399"/>
                </a:lnTo>
                <a:lnTo>
                  <a:pt x="10797165" y="176957"/>
                </a:lnTo>
                <a:close/>
                <a:moveTo>
                  <a:pt x="10797165" y="0"/>
                </a:moveTo>
                <a:lnTo>
                  <a:pt x="10986134" y="0"/>
                </a:lnTo>
                <a:lnTo>
                  <a:pt x="10986134" y="1957368"/>
                </a:lnTo>
                <a:lnTo>
                  <a:pt x="10971369" y="1957368"/>
                </a:lnTo>
                <a:lnTo>
                  <a:pt x="10797165" y="1957368"/>
                </a:lnTo>
                <a:lnTo>
                  <a:pt x="188969" y="1957368"/>
                </a:lnTo>
                <a:lnTo>
                  <a:pt x="14764" y="1957368"/>
                </a:lnTo>
                <a:lnTo>
                  <a:pt x="0" y="1957368"/>
                </a:lnTo>
                <a:lnTo>
                  <a:pt x="0" y="0"/>
                </a:lnTo>
                <a:lnTo>
                  <a:pt x="14764" y="0"/>
                </a:lnTo>
                <a:lnTo>
                  <a:pt x="188969" y="0"/>
                </a:lnTo>
                <a:lnTo>
                  <a:pt x="10797165" y="0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90000"/>
              </a:lnSpc>
            </a:pPr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610272" y="6248401"/>
            <a:ext cx="969471" cy="390524"/>
            <a:chOff x="3578225" y="1146175"/>
            <a:chExt cx="5038725" cy="2111375"/>
          </a:xfrm>
        </p:grpSpPr>
        <p:sp>
          <p:nvSpPr>
            <p:cNvPr id="9" name="Freeform 5"/>
            <p:cNvSpPr>
              <a:spLocks noEditPoints="1"/>
            </p:cNvSpPr>
            <p:nvPr/>
          </p:nvSpPr>
          <p:spPr bwMode="auto">
            <a:xfrm>
              <a:off x="3578225" y="1146175"/>
              <a:ext cx="1725613" cy="498475"/>
            </a:xfrm>
            <a:custGeom>
              <a:avLst/>
              <a:gdLst>
                <a:gd name="T0" fmla="*/ 0 w 1087"/>
                <a:gd name="T1" fmla="*/ 0 h 314"/>
                <a:gd name="T2" fmla="*/ 0 w 1087"/>
                <a:gd name="T3" fmla="*/ 314 h 314"/>
                <a:gd name="T4" fmla="*/ 0 w 1087"/>
                <a:gd name="T5" fmla="*/ 314 h 314"/>
                <a:gd name="T6" fmla="*/ 1087 w 1087"/>
                <a:gd name="T7" fmla="*/ 314 h 314"/>
                <a:gd name="T8" fmla="*/ 1087 w 1087"/>
                <a:gd name="T9" fmla="*/ 0 h 314"/>
                <a:gd name="T10" fmla="*/ 0 w 1087"/>
                <a:gd name="T11" fmla="*/ 0 h 314"/>
                <a:gd name="T12" fmla="*/ 1018 w 1087"/>
                <a:gd name="T13" fmla="*/ 245 h 314"/>
                <a:gd name="T14" fmla="*/ 69 w 1087"/>
                <a:gd name="T15" fmla="*/ 245 h 314"/>
                <a:gd name="T16" fmla="*/ 69 w 1087"/>
                <a:gd name="T17" fmla="*/ 69 h 314"/>
                <a:gd name="T18" fmla="*/ 1018 w 1087"/>
                <a:gd name="T19" fmla="*/ 69 h 314"/>
                <a:gd name="T20" fmla="*/ 1018 w 1087"/>
                <a:gd name="T21" fmla="*/ 245 h 314"/>
                <a:gd name="T22" fmla="*/ 1018 w 1087"/>
                <a:gd name="T23" fmla="*/ 245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87" h="314">
                  <a:moveTo>
                    <a:pt x="0" y="0"/>
                  </a:moveTo>
                  <a:lnTo>
                    <a:pt x="0" y="314"/>
                  </a:lnTo>
                  <a:lnTo>
                    <a:pt x="0" y="314"/>
                  </a:lnTo>
                  <a:lnTo>
                    <a:pt x="1087" y="314"/>
                  </a:lnTo>
                  <a:lnTo>
                    <a:pt x="1087" y="0"/>
                  </a:lnTo>
                  <a:lnTo>
                    <a:pt x="0" y="0"/>
                  </a:lnTo>
                  <a:close/>
                  <a:moveTo>
                    <a:pt x="1018" y="245"/>
                  </a:moveTo>
                  <a:lnTo>
                    <a:pt x="69" y="245"/>
                  </a:lnTo>
                  <a:lnTo>
                    <a:pt x="69" y="69"/>
                  </a:lnTo>
                  <a:lnTo>
                    <a:pt x="1018" y="69"/>
                  </a:lnTo>
                  <a:lnTo>
                    <a:pt x="1018" y="245"/>
                  </a:lnTo>
                  <a:lnTo>
                    <a:pt x="1018" y="245"/>
                  </a:lnTo>
                  <a:close/>
                </a:path>
              </a:pathLst>
            </a:custGeom>
            <a:solidFill>
              <a:srgbClr val="00B3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/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3578225" y="1968500"/>
              <a:ext cx="5038725" cy="1289050"/>
            </a:xfrm>
            <a:custGeom>
              <a:avLst/>
              <a:gdLst>
                <a:gd name="T0" fmla="*/ 80 w 1341"/>
                <a:gd name="T1" fmla="*/ 52 h 342"/>
                <a:gd name="T2" fmla="*/ 29 w 1341"/>
                <a:gd name="T3" fmla="*/ 77 h 342"/>
                <a:gd name="T4" fmla="*/ 212 w 1341"/>
                <a:gd name="T5" fmla="*/ 93 h 342"/>
                <a:gd name="T6" fmla="*/ 174 w 1341"/>
                <a:gd name="T7" fmla="*/ 134 h 342"/>
                <a:gd name="T8" fmla="*/ 272 w 1341"/>
                <a:gd name="T9" fmla="*/ 132 h 342"/>
                <a:gd name="T10" fmla="*/ 276 w 1341"/>
                <a:gd name="T11" fmla="*/ 38 h 342"/>
                <a:gd name="T12" fmla="*/ 327 w 1341"/>
                <a:gd name="T13" fmla="*/ 132 h 342"/>
                <a:gd name="T14" fmla="*/ 398 w 1341"/>
                <a:gd name="T15" fmla="*/ 0 h 342"/>
                <a:gd name="T16" fmla="*/ 402 w 1341"/>
                <a:gd name="T17" fmla="*/ 134 h 342"/>
                <a:gd name="T18" fmla="*/ 448 w 1341"/>
                <a:gd name="T19" fmla="*/ 93 h 342"/>
                <a:gd name="T20" fmla="*/ 448 w 1341"/>
                <a:gd name="T21" fmla="*/ 74 h 342"/>
                <a:gd name="T22" fmla="*/ 642 w 1341"/>
                <a:gd name="T23" fmla="*/ 60 h 342"/>
                <a:gd name="T24" fmla="*/ 642 w 1341"/>
                <a:gd name="T25" fmla="*/ 131 h 342"/>
                <a:gd name="T26" fmla="*/ 570 w 1341"/>
                <a:gd name="T27" fmla="*/ 111 h 342"/>
                <a:gd name="T28" fmla="*/ 530 w 1341"/>
                <a:gd name="T29" fmla="*/ 60 h 342"/>
                <a:gd name="T30" fmla="*/ 558 w 1341"/>
                <a:gd name="T31" fmla="*/ 38 h 342"/>
                <a:gd name="T32" fmla="*/ 738 w 1341"/>
                <a:gd name="T33" fmla="*/ 89 h 342"/>
                <a:gd name="T34" fmla="*/ 787 w 1341"/>
                <a:gd name="T35" fmla="*/ 45 h 342"/>
                <a:gd name="T36" fmla="*/ 736 w 1341"/>
                <a:gd name="T37" fmla="*/ 65 h 342"/>
                <a:gd name="T38" fmla="*/ 848 w 1341"/>
                <a:gd name="T39" fmla="*/ 73 h 342"/>
                <a:gd name="T40" fmla="*/ 876 w 1341"/>
                <a:gd name="T41" fmla="*/ 73 h 342"/>
                <a:gd name="T42" fmla="*/ 833 w 1341"/>
                <a:gd name="T43" fmla="*/ 91 h 342"/>
                <a:gd name="T44" fmla="*/ 965 w 1341"/>
                <a:gd name="T45" fmla="*/ 43 h 342"/>
                <a:gd name="T46" fmla="*/ 964 w 1341"/>
                <a:gd name="T47" fmla="*/ 103 h 342"/>
                <a:gd name="T48" fmla="*/ 1010 w 1341"/>
                <a:gd name="T49" fmla="*/ 132 h 342"/>
                <a:gd name="T50" fmla="*/ 1070 w 1341"/>
                <a:gd name="T51" fmla="*/ 38 h 342"/>
                <a:gd name="T52" fmla="*/ 1010 w 1341"/>
                <a:gd name="T53" fmla="*/ 89 h 342"/>
                <a:gd name="T54" fmla="*/ 1133 w 1341"/>
                <a:gd name="T55" fmla="*/ 73 h 342"/>
                <a:gd name="T56" fmla="*/ 1160 w 1341"/>
                <a:gd name="T57" fmla="*/ 73 h 342"/>
                <a:gd name="T58" fmla="*/ 1117 w 1341"/>
                <a:gd name="T59" fmla="*/ 91 h 342"/>
                <a:gd name="T60" fmla="*/ 1239 w 1341"/>
                <a:gd name="T61" fmla="*/ 39 h 342"/>
                <a:gd name="T62" fmla="*/ 1180 w 1341"/>
                <a:gd name="T63" fmla="*/ 132 h 342"/>
                <a:gd name="T64" fmla="*/ 1246 w 1341"/>
                <a:gd name="T65" fmla="*/ 85 h 342"/>
                <a:gd name="T66" fmla="*/ 1314 w 1341"/>
                <a:gd name="T67" fmla="*/ 132 h 342"/>
                <a:gd name="T68" fmla="*/ 1295 w 1341"/>
                <a:gd name="T69" fmla="*/ 110 h 342"/>
                <a:gd name="T70" fmla="*/ 18 w 1341"/>
                <a:gd name="T71" fmla="*/ 231 h 342"/>
                <a:gd name="T72" fmla="*/ 81 w 1341"/>
                <a:gd name="T73" fmla="*/ 307 h 342"/>
                <a:gd name="T74" fmla="*/ 164 w 1341"/>
                <a:gd name="T75" fmla="*/ 307 h 342"/>
                <a:gd name="T76" fmla="*/ 103 w 1341"/>
                <a:gd name="T77" fmla="*/ 214 h 342"/>
                <a:gd name="T78" fmla="*/ 252 w 1341"/>
                <a:gd name="T79" fmla="*/ 229 h 342"/>
                <a:gd name="T80" fmla="*/ 252 w 1341"/>
                <a:gd name="T81" fmla="*/ 307 h 342"/>
                <a:gd name="T82" fmla="*/ 211 w 1341"/>
                <a:gd name="T83" fmla="*/ 214 h 342"/>
                <a:gd name="T84" fmla="*/ 305 w 1341"/>
                <a:gd name="T85" fmla="*/ 212 h 342"/>
                <a:gd name="T86" fmla="*/ 338 w 1341"/>
                <a:gd name="T87" fmla="*/ 285 h 342"/>
                <a:gd name="T88" fmla="*/ 281 w 1341"/>
                <a:gd name="T89" fmla="*/ 251 h 342"/>
                <a:gd name="T90" fmla="*/ 403 w 1341"/>
                <a:gd name="T91" fmla="*/ 229 h 342"/>
                <a:gd name="T92" fmla="*/ 382 w 1341"/>
                <a:gd name="T93" fmla="*/ 228 h 342"/>
                <a:gd name="T94" fmla="*/ 430 w 1341"/>
                <a:gd name="T95" fmla="*/ 342 h 342"/>
                <a:gd name="T96" fmla="*/ 498 w 1341"/>
                <a:gd name="T97" fmla="*/ 260 h 342"/>
                <a:gd name="T98" fmla="*/ 577 w 1341"/>
                <a:gd name="T99" fmla="*/ 212 h 342"/>
                <a:gd name="T100" fmla="*/ 554 w 1341"/>
                <a:gd name="T101" fmla="*/ 307 h 342"/>
                <a:gd name="T102" fmla="*/ 623 w 1341"/>
                <a:gd name="T103" fmla="*/ 187 h 342"/>
                <a:gd name="T104" fmla="*/ 621 w 1341"/>
                <a:gd name="T105" fmla="*/ 307 h 342"/>
                <a:gd name="T106" fmla="*/ 644 w 1341"/>
                <a:gd name="T107" fmla="*/ 300 h 342"/>
                <a:gd name="T108" fmla="*/ 644 w 1341"/>
                <a:gd name="T109" fmla="*/ 240 h 342"/>
                <a:gd name="T110" fmla="*/ 661 w 1341"/>
                <a:gd name="T111" fmla="*/ 238 h 342"/>
                <a:gd name="T112" fmla="*/ 807 w 1341"/>
                <a:gd name="T113" fmla="*/ 266 h 342"/>
                <a:gd name="T114" fmla="*/ 772 w 1341"/>
                <a:gd name="T115" fmla="*/ 309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341" h="342">
                  <a:moveTo>
                    <a:pt x="29" y="132"/>
                  </a:moveTo>
                  <a:cubicBezTo>
                    <a:pt x="0" y="132"/>
                    <a:pt x="0" y="132"/>
                    <a:pt x="0" y="13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80" y="52"/>
                    <a:pt x="80" y="52"/>
                    <a:pt x="80" y="52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09" y="132"/>
                    <a:pt x="109" y="132"/>
                    <a:pt x="109" y="132"/>
                  </a:cubicBezTo>
                  <a:cubicBezTo>
                    <a:pt x="80" y="132"/>
                    <a:pt x="80" y="132"/>
                    <a:pt x="80" y="132"/>
                  </a:cubicBezTo>
                  <a:cubicBezTo>
                    <a:pt x="80" y="77"/>
                    <a:pt x="80" y="77"/>
                    <a:pt x="80" y="77"/>
                  </a:cubicBezTo>
                  <a:cubicBezTo>
                    <a:pt x="29" y="77"/>
                    <a:pt x="29" y="77"/>
                    <a:pt x="29" y="77"/>
                  </a:cubicBezTo>
                  <a:lnTo>
                    <a:pt x="29" y="132"/>
                  </a:lnTo>
                  <a:close/>
                  <a:moveTo>
                    <a:pt x="174" y="134"/>
                  </a:moveTo>
                  <a:cubicBezTo>
                    <a:pt x="145" y="134"/>
                    <a:pt x="125" y="116"/>
                    <a:pt x="125" y="85"/>
                  </a:cubicBezTo>
                  <a:cubicBezTo>
                    <a:pt x="125" y="56"/>
                    <a:pt x="144" y="36"/>
                    <a:pt x="170" y="36"/>
                  </a:cubicBezTo>
                  <a:cubicBezTo>
                    <a:pt x="198" y="36"/>
                    <a:pt x="212" y="55"/>
                    <a:pt x="212" y="83"/>
                  </a:cubicBezTo>
                  <a:cubicBezTo>
                    <a:pt x="212" y="93"/>
                    <a:pt x="212" y="93"/>
                    <a:pt x="212" y="93"/>
                  </a:cubicBezTo>
                  <a:cubicBezTo>
                    <a:pt x="152" y="93"/>
                    <a:pt x="152" y="93"/>
                    <a:pt x="152" y="93"/>
                  </a:cubicBezTo>
                  <a:cubicBezTo>
                    <a:pt x="155" y="108"/>
                    <a:pt x="167" y="112"/>
                    <a:pt x="178" y="112"/>
                  </a:cubicBezTo>
                  <a:cubicBezTo>
                    <a:pt x="188" y="112"/>
                    <a:pt x="195" y="110"/>
                    <a:pt x="204" y="104"/>
                  </a:cubicBezTo>
                  <a:cubicBezTo>
                    <a:pt x="205" y="104"/>
                    <a:pt x="205" y="104"/>
                    <a:pt x="205" y="104"/>
                  </a:cubicBezTo>
                  <a:cubicBezTo>
                    <a:pt x="205" y="126"/>
                    <a:pt x="205" y="126"/>
                    <a:pt x="205" y="126"/>
                  </a:cubicBezTo>
                  <a:cubicBezTo>
                    <a:pt x="198" y="131"/>
                    <a:pt x="187" y="134"/>
                    <a:pt x="174" y="134"/>
                  </a:cubicBezTo>
                  <a:close/>
                  <a:moveTo>
                    <a:pt x="152" y="74"/>
                  </a:moveTo>
                  <a:cubicBezTo>
                    <a:pt x="186" y="74"/>
                    <a:pt x="186" y="74"/>
                    <a:pt x="186" y="74"/>
                  </a:cubicBezTo>
                  <a:cubicBezTo>
                    <a:pt x="186" y="64"/>
                    <a:pt x="182" y="58"/>
                    <a:pt x="170" y="58"/>
                  </a:cubicBezTo>
                  <a:cubicBezTo>
                    <a:pt x="162" y="58"/>
                    <a:pt x="155" y="61"/>
                    <a:pt x="152" y="74"/>
                  </a:cubicBezTo>
                  <a:close/>
                  <a:moveTo>
                    <a:pt x="287" y="77"/>
                  </a:moveTo>
                  <a:cubicBezTo>
                    <a:pt x="272" y="132"/>
                    <a:pt x="272" y="132"/>
                    <a:pt x="272" y="132"/>
                  </a:cubicBezTo>
                  <a:cubicBezTo>
                    <a:pt x="247" y="132"/>
                    <a:pt x="247" y="132"/>
                    <a:pt x="247" y="132"/>
                  </a:cubicBezTo>
                  <a:cubicBezTo>
                    <a:pt x="218" y="39"/>
                    <a:pt x="218" y="39"/>
                    <a:pt x="218" y="39"/>
                  </a:cubicBezTo>
                  <a:cubicBezTo>
                    <a:pt x="218" y="38"/>
                    <a:pt x="218" y="38"/>
                    <a:pt x="218" y="38"/>
                  </a:cubicBezTo>
                  <a:cubicBezTo>
                    <a:pt x="246" y="38"/>
                    <a:pt x="246" y="38"/>
                    <a:pt x="246" y="38"/>
                  </a:cubicBezTo>
                  <a:cubicBezTo>
                    <a:pt x="261" y="93"/>
                    <a:pt x="261" y="93"/>
                    <a:pt x="261" y="93"/>
                  </a:cubicBezTo>
                  <a:cubicBezTo>
                    <a:pt x="276" y="38"/>
                    <a:pt x="276" y="38"/>
                    <a:pt x="276" y="38"/>
                  </a:cubicBezTo>
                  <a:cubicBezTo>
                    <a:pt x="298" y="38"/>
                    <a:pt x="298" y="38"/>
                    <a:pt x="298" y="38"/>
                  </a:cubicBezTo>
                  <a:cubicBezTo>
                    <a:pt x="313" y="93"/>
                    <a:pt x="313" y="93"/>
                    <a:pt x="313" y="93"/>
                  </a:cubicBezTo>
                  <a:cubicBezTo>
                    <a:pt x="329" y="38"/>
                    <a:pt x="329" y="38"/>
                    <a:pt x="329" y="38"/>
                  </a:cubicBezTo>
                  <a:cubicBezTo>
                    <a:pt x="355" y="38"/>
                    <a:pt x="355" y="38"/>
                    <a:pt x="355" y="38"/>
                  </a:cubicBezTo>
                  <a:cubicBezTo>
                    <a:pt x="355" y="39"/>
                    <a:pt x="355" y="39"/>
                    <a:pt x="355" y="39"/>
                  </a:cubicBezTo>
                  <a:cubicBezTo>
                    <a:pt x="327" y="132"/>
                    <a:pt x="327" y="132"/>
                    <a:pt x="327" y="132"/>
                  </a:cubicBezTo>
                  <a:cubicBezTo>
                    <a:pt x="302" y="132"/>
                    <a:pt x="302" y="132"/>
                    <a:pt x="302" y="132"/>
                  </a:cubicBezTo>
                  <a:lnTo>
                    <a:pt x="287" y="77"/>
                  </a:lnTo>
                  <a:close/>
                  <a:moveTo>
                    <a:pt x="402" y="134"/>
                  </a:moveTo>
                  <a:cubicBezTo>
                    <a:pt x="379" y="134"/>
                    <a:pt x="370" y="125"/>
                    <a:pt x="370" y="104"/>
                  </a:cubicBezTo>
                  <a:cubicBezTo>
                    <a:pt x="370" y="0"/>
                    <a:pt x="370" y="0"/>
                    <a:pt x="370" y="0"/>
                  </a:cubicBezTo>
                  <a:cubicBezTo>
                    <a:pt x="398" y="0"/>
                    <a:pt x="398" y="0"/>
                    <a:pt x="398" y="0"/>
                  </a:cubicBezTo>
                  <a:cubicBezTo>
                    <a:pt x="398" y="102"/>
                    <a:pt x="398" y="102"/>
                    <a:pt x="398" y="102"/>
                  </a:cubicBezTo>
                  <a:cubicBezTo>
                    <a:pt x="398" y="108"/>
                    <a:pt x="400" y="111"/>
                    <a:pt x="406" y="111"/>
                  </a:cubicBezTo>
                  <a:cubicBezTo>
                    <a:pt x="408" y="111"/>
                    <a:pt x="410" y="110"/>
                    <a:pt x="412" y="109"/>
                  </a:cubicBezTo>
                  <a:cubicBezTo>
                    <a:pt x="413" y="109"/>
                    <a:pt x="413" y="109"/>
                    <a:pt x="413" y="109"/>
                  </a:cubicBezTo>
                  <a:cubicBezTo>
                    <a:pt x="413" y="132"/>
                    <a:pt x="413" y="132"/>
                    <a:pt x="413" y="132"/>
                  </a:cubicBezTo>
                  <a:cubicBezTo>
                    <a:pt x="410" y="133"/>
                    <a:pt x="406" y="134"/>
                    <a:pt x="402" y="134"/>
                  </a:cubicBezTo>
                  <a:close/>
                  <a:moveTo>
                    <a:pt x="469" y="134"/>
                  </a:moveTo>
                  <a:cubicBezTo>
                    <a:pt x="440" y="134"/>
                    <a:pt x="420" y="116"/>
                    <a:pt x="420" y="85"/>
                  </a:cubicBezTo>
                  <a:cubicBezTo>
                    <a:pt x="420" y="56"/>
                    <a:pt x="440" y="36"/>
                    <a:pt x="465" y="36"/>
                  </a:cubicBezTo>
                  <a:cubicBezTo>
                    <a:pt x="494" y="36"/>
                    <a:pt x="507" y="55"/>
                    <a:pt x="507" y="83"/>
                  </a:cubicBezTo>
                  <a:cubicBezTo>
                    <a:pt x="507" y="93"/>
                    <a:pt x="507" y="93"/>
                    <a:pt x="507" y="93"/>
                  </a:cubicBezTo>
                  <a:cubicBezTo>
                    <a:pt x="448" y="93"/>
                    <a:pt x="448" y="93"/>
                    <a:pt x="448" y="93"/>
                  </a:cubicBezTo>
                  <a:cubicBezTo>
                    <a:pt x="451" y="108"/>
                    <a:pt x="462" y="112"/>
                    <a:pt x="474" y="112"/>
                  </a:cubicBezTo>
                  <a:cubicBezTo>
                    <a:pt x="484" y="112"/>
                    <a:pt x="491" y="110"/>
                    <a:pt x="500" y="104"/>
                  </a:cubicBezTo>
                  <a:cubicBezTo>
                    <a:pt x="501" y="104"/>
                    <a:pt x="501" y="104"/>
                    <a:pt x="501" y="104"/>
                  </a:cubicBezTo>
                  <a:cubicBezTo>
                    <a:pt x="501" y="126"/>
                    <a:pt x="501" y="126"/>
                    <a:pt x="501" y="126"/>
                  </a:cubicBezTo>
                  <a:cubicBezTo>
                    <a:pt x="493" y="131"/>
                    <a:pt x="482" y="134"/>
                    <a:pt x="469" y="134"/>
                  </a:cubicBezTo>
                  <a:close/>
                  <a:moveTo>
                    <a:pt x="448" y="74"/>
                  </a:moveTo>
                  <a:cubicBezTo>
                    <a:pt x="482" y="74"/>
                    <a:pt x="482" y="74"/>
                    <a:pt x="482" y="74"/>
                  </a:cubicBezTo>
                  <a:cubicBezTo>
                    <a:pt x="481" y="64"/>
                    <a:pt x="477" y="58"/>
                    <a:pt x="466" y="58"/>
                  </a:cubicBezTo>
                  <a:cubicBezTo>
                    <a:pt x="457" y="58"/>
                    <a:pt x="450" y="61"/>
                    <a:pt x="448" y="74"/>
                  </a:cubicBezTo>
                  <a:close/>
                  <a:moveTo>
                    <a:pt x="622" y="38"/>
                  </a:moveTo>
                  <a:cubicBezTo>
                    <a:pt x="642" y="38"/>
                    <a:pt x="642" y="38"/>
                    <a:pt x="642" y="38"/>
                  </a:cubicBezTo>
                  <a:cubicBezTo>
                    <a:pt x="642" y="60"/>
                    <a:pt x="642" y="60"/>
                    <a:pt x="642" y="60"/>
                  </a:cubicBezTo>
                  <a:cubicBezTo>
                    <a:pt x="622" y="60"/>
                    <a:pt x="622" y="60"/>
                    <a:pt x="622" y="60"/>
                  </a:cubicBezTo>
                  <a:cubicBezTo>
                    <a:pt x="622" y="99"/>
                    <a:pt x="622" y="99"/>
                    <a:pt x="622" y="99"/>
                  </a:cubicBezTo>
                  <a:cubicBezTo>
                    <a:pt x="622" y="107"/>
                    <a:pt x="625" y="111"/>
                    <a:pt x="633" y="111"/>
                  </a:cubicBezTo>
                  <a:cubicBezTo>
                    <a:pt x="636" y="111"/>
                    <a:pt x="639" y="110"/>
                    <a:pt x="642" y="109"/>
                  </a:cubicBezTo>
                  <a:cubicBezTo>
                    <a:pt x="642" y="109"/>
                    <a:pt x="642" y="109"/>
                    <a:pt x="642" y="109"/>
                  </a:cubicBezTo>
                  <a:cubicBezTo>
                    <a:pt x="642" y="131"/>
                    <a:pt x="642" y="131"/>
                    <a:pt x="642" y="131"/>
                  </a:cubicBezTo>
                  <a:cubicBezTo>
                    <a:pt x="639" y="132"/>
                    <a:pt x="633" y="134"/>
                    <a:pt x="625" y="134"/>
                  </a:cubicBezTo>
                  <a:cubicBezTo>
                    <a:pt x="603" y="134"/>
                    <a:pt x="594" y="124"/>
                    <a:pt x="594" y="100"/>
                  </a:cubicBezTo>
                  <a:cubicBezTo>
                    <a:pt x="594" y="60"/>
                    <a:pt x="594" y="60"/>
                    <a:pt x="594" y="60"/>
                  </a:cubicBezTo>
                  <a:cubicBezTo>
                    <a:pt x="558" y="60"/>
                    <a:pt x="558" y="60"/>
                    <a:pt x="558" y="60"/>
                  </a:cubicBezTo>
                  <a:cubicBezTo>
                    <a:pt x="558" y="99"/>
                    <a:pt x="558" y="99"/>
                    <a:pt x="558" y="99"/>
                  </a:cubicBezTo>
                  <a:cubicBezTo>
                    <a:pt x="558" y="107"/>
                    <a:pt x="561" y="111"/>
                    <a:pt x="570" y="111"/>
                  </a:cubicBezTo>
                  <a:cubicBezTo>
                    <a:pt x="572" y="111"/>
                    <a:pt x="575" y="110"/>
                    <a:pt x="578" y="109"/>
                  </a:cubicBezTo>
                  <a:cubicBezTo>
                    <a:pt x="579" y="109"/>
                    <a:pt x="579" y="109"/>
                    <a:pt x="579" y="109"/>
                  </a:cubicBezTo>
                  <a:cubicBezTo>
                    <a:pt x="579" y="131"/>
                    <a:pt x="579" y="131"/>
                    <a:pt x="579" y="131"/>
                  </a:cubicBezTo>
                  <a:cubicBezTo>
                    <a:pt x="575" y="132"/>
                    <a:pt x="570" y="134"/>
                    <a:pt x="562" y="134"/>
                  </a:cubicBezTo>
                  <a:cubicBezTo>
                    <a:pt x="539" y="134"/>
                    <a:pt x="530" y="124"/>
                    <a:pt x="530" y="100"/>
                  </a:cubicBezTo>
                  <a:cubicBezTo>
                    <a:pt x="530" y="60"/>
                    <a:pt x="530" y="60"/>
                    <a:pt x="530" y="60"/>
                  </a:cubicBezTo>
                  <a:cubicBezTo>
                    <a:pt x="516" y="60"/>
                    <a:pt x="516" y="60"/>
                    <a:pt x="516" y="60"/>
                  </a:cubicBezTo>
                  <a:cubicBezTo>
                    <a:pt x="516" y="38"/>
                    <a:pt x="516" y="38"/>
                    <a:pt x="516" y="38"/>
                  </a:cubicBezTo>
                  <a:cubicBezTo>
                    <a:pt x="530" y="38"/>
                    <a:pt x="530" y="38"/>
                    <a:pt x="530" y="38"/>
                  </a:cubicBezTo>
                  <a:cubicBezTo>
                    <a:pt x="530" y="12"/>
                    <a:pt x="530" y="12"/>
                    <a:pt x="530" y="12"/>
                  </a:cubicBezTo>
                  <a:cubicBezTo>
                    <a:pt x="558" y="12"/>
                    <a:pt x="558" y="12"/>
                    <a:pt x="558" y="12"/>
                  </a:cubicBezTo>
                  <a:cubicBezTo>
                    <a:pt x="558" y="38"/>
                    <a:pt x="558" y="38"/>
                    <a:pt x="558" y="38"/>
                  </a:cubicBezTo>
                  <a:cubicBezTo>
                    <a:pt x="594" y="38"/>
                    <a:pt x="594" y="38"/>
                    <a:pt x="594" y="38"/>
                  </a:cubicBezTo>
                  <a:cubicBezTo>
                    <a:pt x="594" y="12"/>
                    <a:pt x="594" y="12"/>
                    <a:pt x="594" y="12"/>
                  </a:cubicBezTo>
                  <a:cubicBezTo>
                    <a:pt x="622" y="12"/>
                    <a:pt x="622" y="12"/>
                    <a:pt x="622" y="12"/>
                  </a:cubicBezTo>
                  <a:cubicBezTo>
                    <a:pt x="622" y="38"/>
                    <a:pt x="622" y="38"/>
                    <a:pt x="622" y="38"/>
                  </a:cubicBezTo>
                  <a:close/>
                  <a:moveTo>
                    <a:pt x="787" y="45"/>
                  </a:moveTo>
                  <a:cubicBezTo>
                    <a:pt x="787" y="73"/>
                    <a:pt x="768" y="89"/>
                    <a:pt x="738" y="89"/>
                  </a:cubicBezTo>
                  <a:cubicBezTo>
                    <a:pt x="718" y="89"/>
                    <a:pt x="718" y="89"/>
                    <a:pt x="718" y="89"/>
                  </a:cubicBezTo>
                  <a:cubicBezTo>
                    <a:pt x="718" y="132"/>
                    <a:pt x="718" y="132"/>
                    <a:pt x="718" y="132"/>
                  </a:cubicBezTo>
                  <a:cubicBezTo>
                    <a:pt x="689" y="132"/>
                    <a:pt x="689" y="132"/>
                    <a:pt x="689" y="132"/>
                  </a:cubicBezTo>
                  <a:cubicBezTo>
                    <a:pt x="689" y="0"/>
                    <a:pt x="689" y="0"/>
                    <a:pt x="689" y="0"/>
                  </a:cubicBezTo>
                  <a:cubicBezTo>
                    <a:pt x="738" y="0"/>
                    <a:pt x="738" y="0"/>
                    <a:pt x="738" y="0"/>
                  </a:cubicBezTo>
                  <a:cubicBezTo>
                    <a:pt x="768" y="0"/>
                    <a:pt x="787" y="16"/>
                    <a:pt x="787" y="45"/>
                  </a:cubicBezTo>
                  <a:close/>
                  <a:moveTo>
                    <a:pt x="736" y="65"/>
                  </a:moveTo>
                  <a:cubicBezTo>
                    <a:pt x="751" y="65"/>
                    <a:pt x="758" y="57"/>
                    <a:pt x="758" y="45"/>
                  </a:cubicBezTo>
                  <a:cubicBezTo>
                    <a:pt x="758" y="33"/>
                    <a:pt x="751" y="24"/>
                    <a:pt x="736" y="24"/>
                  </a:cubicBezTo>
                  <a:cubicBezTo>
                    <a:pt x="718" y="24"/>
                    <a:pt x="718" y="24"/>
                    <a:pt x="718" y="24"/>
                  </a:cubicBezTo>
                  <a:cubicBezTo>
                    <a:pt x="718" y="65"/>
                    <a:pt x="718" y="65"/>
                    <a:pt x="718" y="65"/>
                  </a:cubicBezTo>
                  <a:lnTo>
                    <a:pt x="736" y="65"/>
                  </a:lnTo>
                  <a:close/>
                  <a:moveTo>
                    <a:pt x="849" y="123"/>
                  </a:moveTo>
                  <a:cubicBezTo>
                    <a:pt x="843" y="130"/>
                    <a:pt x="834" y="134"/>
                    <a:pt x="824" y="134"/>
                  </a:cubicBezTo>
                  <a:cubicBezTo>
                    <a:pt x="806" y="134"/>
                    <a:pt x="791" y="122"/>
                    <a:pt x="791" y="103"/>
                  </a:cubicBezTo>
                  <a:cubicBezTo>
                    <a:pt x="791" y="84"/>
                    <a:pt x="806" y="72"/>
                    <a:pt x="827" y="72"/>
                  </a:cubicBezTo>
                  <a:cubicBezTo>
                    <a:pt x="834" y="72"/>
                    <a:pt x="841" y="73"/>
                    <a:pt x="848" y="75"/>
                  </a:cubicBezTo>
                  <a:cubicBezTo>
                    <a:pt x="848" y="73"/>
                    <a:pt x="848" y="73"/>
                    <a:pt x="848" y="73"/>
                  </a:cubicBezTo>
                  <a:cubicBezTo>
                    <a:pt x="848" y="63"/>
                    <a:pt x="842" y="59"/>
                    <a:pt x="827" y="59"/>
                  </a:cubicBezTo>
                  <a:cubicBezTo>
                    <a:pt x="818" y="59"/>
                    <a:pt x="809" y="62"/>
                    <a:pt x="801" y="66"/>
                  </a:cubicBezTo>
                  <a:cubicBezTo>
                    <a:pt x="800" y="66"/>
                    <a:pt x="800" y="66"/>
                    <a:pt x="800" y="66"/>
                  </a:cubicBezTo>
                  <a:cubicBezTo>
                    <a:pt x="800" y="44"/>
                    <a:pt x="800" y="44"/>
                    <a:pt x="800" y="44"/>
                  </a:cubicBezTo>
                  <a:cubicBezTo>
                    <a:pt x="807" y="40"/>
                    <a:pt x="820" y="36"/>
                    <a:pt x="832" y="36"/>
                  </a:cubicBezTo>
                  <a:cubicBezTo>
                    <a:pt x="860" y="36"/>
                    <a:pt x="876" y="49"/>
                    <a:pt x="876" y="73"/>
                  </a:cubicBezTo>
                  <a:cubicBezTo>
                    <a:pt x="876" y="132"/>
                    <a:pt x="876" y="132"/>
                    <a:pt x="876" y="132"/>
                  </a:cubicBezTo>
                  <a:cubicBezTo>
                    <a:pt x="849" y="132"/>
                    <a:pt x="849" y="132"/>
                    <a:pt x="849" y="132"/>
                  </a:cubicBezTo>
                  <a:cubicBezTo>
                    <a:pt x="849" y="123"/>
                    <a:pt x="849" y="123"/>
                    <a:pt x="849" y="123"/>
                  </a:cubicBezTo>
                  <a:close/>
                  <a:moveTo>
                    <a:pt x="848" y="102"/>
                  </a:moveTo>
                  <a:cubicBezTo>
                    <a:pt x="848" y="94"/>
                    <a:pt x="848" y="94"/>
                    <a:pt x="848" y="94"/>
                  </a:cubicBezTo>
                  <a:cubicBezTo>
                    <a:pt x="844" y="92"/>
                    <a:pt x="838" y="91"/>
                    <a:pt x="833" y="91"/>
                  </a:cubicBezTo>
                  <a:cubicBezTo>
                    <a:pt x="823" y="91"/>
                    <a:pt x="818" y="95"/>
                    <a:pt x="818" y="102"/>
                  </a:cubicBezTo>
                  <a:cubicBezTo>
                    <a:pt x="818" y="110"/>
                    <a:pt x="823" y="113"/>
                    <a:pt x="832" y="113"/>
                  </a:cubicBezTo>
                  <a:cubicBezTo>
                    <a:pt x="839" y="113"/>
                    <a:pt x="845" y="109"/>
                    <a:pt x="848" y="102"/>
                  </a:cubicBezTo>
                  <a:close/>
                  <a:moveTo>
                    <a:pt x="890" y="85"/>
                  </a:moveTo>
                  <a:cubicBezTo>
                    <a:pt x="890" y="55"/>
                    <a:pt x="911" y="36"/>
                    <a:pt x="939" y="36"/>
                  </a:cubicBezTo>
                  <a:cubicBezTo>
                    <a:pt x="949" y="36"/>
                    <a:pt x="958" y="38"/>
                    <a:pt x="965" y="43"/>
                  </a:cubicBezTo>
                  <a:cubicBezTo>
                    <a:pt x="965" y="67"/>
                    <a:pt x="965" y="67"/>
                    <a:pt x="965" y="67"/>
                  </a:cubicBezTo>
                  <a:cubicBezTo>
                    <a:pt x="964" y="67"/>
                    <a:pt x="964" y="67"/>
                    <a:pt x="964" y="67"/>
                  </a:cubicBezTo>
                  <a:cubicBezTo>
                    <a:pt x="958" y="62"/>
                    <a:pt x="951" y="60"/>
                    <a:pt x="943" y="60"/>
                  </a:cubicBezTo>
                  <a:cubicBezTo>
                    <a:pt x="929" y="60"/>
                    <a:pt x="918" y="69"/>
                    <a:pt x="918" y="85"/>
                  </a:cubicBezTo>
                  <a:cubicBezTo>
                    <a:pt x="918" y="101"/>
                    <a:pt x="929" y="110"/>
                    <a:pt x="943" y="110"/>
                  </a:cubicBezTo>
                  <a:cubicBezTo>
                    <a:pt x="951" y="110"/>
                    <a:pt x="958" y="108"/>
                    <a:pt x="964" y="103"/>
                  </a:cubicBezTo>
                  <a:cubicBezTo>
                    <a:pt x="965" y="103"/>
                    <a:pt x="965" y="103"/>
                    <a:pt x="965" y="103"/>
                  </a:cubicBezTo>
                  <a:cubicBezTo>
                    <a:pt x="965" y="127"/>
                    <a:pt x="965" y="127"/>
                    <a:pt x="965" y="127"/>
                  </a:cubicBezTo>
                  <a:cubicBezTo>
                    <a:pt x="958" y="132"/>
                    <a:pt x="949" y="134"/>
                    <a:pt x="939" y="134"/>
                  </a:cubicBezTo>
                  <a:cubicBezTo>
                    <a:pt x="911" y="134"/>
                    <a:pt x="890" y="115"/>
                    <a:pt x="890" y="85"/>
                  </a:cubicBezTo>
                  <a:close/>
                  <a:moveTo>
                    <a:pt x="1010" y="89"/>
                  </a:moveTo>
                  <a:cubicBezTo>
                    <a:pt x="1010" y="132"/>
                    <a:pt x="1010" y="132"/>
                    <a:pt x="1010" y="132"/>
                  </a:cubicBezTo>
                  <a:cubicBezTo>
                    <a:pt x="983" y="132"/>
                    <a:pt x="983" y="132"/>
                    <a:pt x="983" y="132"/>
                  </a:cubicBezTo>
                  <a:cubicBezTo>
                    <a:pt x="983" y="0"/>
                    <a:pt x="983" y="0"/>
                    <a:pt x="983" y="0"/>
                  </a:cubicBezTo>
                  <a:cubicBezTo>
                    <a:pt x="1010" y="0"/>
                    <a:pt x="1010" y="0"/>
                    <a:pt x="1010" y="0"/>
                  </a:cubicBezTo>
                  <a:cubicBezTo>
                    <a:pt x="1010" y="75"/>
                    <a:pt x="1010" y="75"/>
                    <a:pt x="1010" y="75"/>
                  </a:cubicBezTo>
                  <a:cubicBezTo>
                    <a:pt x="1039" y="38"/>
                    <a:pt x="1039" y="38"/>
                    <a:pt x="1039" y="38"/>
                  </a:cubicBezTo>
                  <a:cubicBezTo>
                    <a:pt x="1070" y="38"/>
                    <a:pt x="1070" y="38"/>
                    <a:pt x="1070" y="38"/>
                  </a:cubicBezTo>
                  <a:cubicBezTo>
                    <a:pt x="1070" y="39"/>
                    <a:pt x="1070" y="39"/>
                    <a:pt x="1070" y="39"/>
                  </a:cubicBezTo>
                  <a:cubicBezTo>
                    <a:pt x="1036" y="82"/>
                    <a:pt x="1036" y="82"/>
                    <a:pt x="1036" y="82"/>
                  </a:cubicBezTo>
                  <a:cubicBezTo>
                    <a:pt x="1070" y="131"/>
                    <a:pt x="1070" y="131"/>
                    <a:pt x="1070" y="131"/>
                  </a:cubicBezTo>
                  <a:cubicBezTo>
                    <a:pt x="1070" y="132"/>
                    <a:pt x="1070" y="132"/>
                    <a:pt x="1070" y="132"/>
                  </a:cubicBezTo>
                  <a:cubicBezTo>
                    <a:pt x="1038" y="132"/>
                    <a:pt x="1038" y="132"/>
                    <a:pt x="1038" y="132"/>
                  </a:cubicBezTo>
                  <a:lnTo>
                    <a:pt x="1010" y="89"/>
                  </a:lnTo>
                  <a:close/>
                  <a:moveTo>
                    <a:pt x="1133" y="123"/>
                  </a:moveTo>
                  <a:cubicBezTo>
                    <a:pt x="1127" y="130"/>
                    <a:pt x="1118" y="134"/>
                    <a:pt x="1108" y="134"/>
                  </a:cubicBezTo>
                  <a:cubicBezTo>
                    <a:pt x="1090" y="134"/>
                    <a:pt x="1075" y="122"/>
                    <a:pt x="1075" y="103"/>
                  </a:cubicBezTo>
                  <a:cubicBezTo>
                    <a:pt x="1075" y="84"/>
                    <a:pt x="1090" y="72"/>
                    <a:pt x="1112" y="72"/>
                  </a:cubicBezTo>
                  <a:cubicBezTo>
                    <a:pt x="1118" y="72"/>
                    <a:pt x="1125" y="73"/>
                    <a:pt x="1133" y="75"/>
                  </a:cubicBezTo>
                  <a:cubicBezTo>
                    <a:pt x="1133" y="73"/>
                    <a:pt x="1133" y="73"/>
                    <a:pt x="1133" y="73"/>
                  </a:cubicBezTo>
                  <a:cubicBezTo>
                    <a:pt x="1133" y="63"/>
                    <a:pt x="1127" y="59"/>
                    <a:pt x="1112" y="59"/>
                  </a:cubicBezTo>
                  <a:cubicBezTo>
                    <a:pt x="1102" y="59"/>
                    <a:pt x="1093" y="62"/>
                    <a:pt x="1086" y="66"/>
                  </a:cubicBezTo>
                  <a:cubicBezTo>
                    <a:pt x="1084" y="66"/>
                    <a:pt x="1084" y="66"/>
                    <a:pt x="1084" y="66"/>
                  </a:cubicBezTo>
                  <a:cubicBezTo>
                    <a:pt x="1084" y="44"/>
                    <a:pt x="1084" y="44"/>
                    <a:pt x="1084" y="44"/>
                  </a:cubicBezTo>
                  <a:cubicBezTo>
                    <a:pt x="1092" y="40"/>
                    <a:pt x="1104" y="36"/>
                    <a:pt x="1117" y="36"/>
                  </a:cubicBezTo>
                  <a:cubicBezTo>
                    <a:pt x="1145" y="36"/>
                    <a:pt x="1160" y="49"/>
                    <a:pt x="1160" y="73"/>
                  </a:cubicBezTo>
                  <a:cubicBezTo>
                    <a:pt x="1160" y="132"/>
                    <a:pt x="1160" y="132"/>
                    <a:pt x="1160" y="132"/>
                  </a:cubicBezTo>
                  <a:cubicBezTo>
                    <a:pt x="1133" y="132"/>
                    <a:pt x="1133" y="132"/>
                    <a:pt x="1133" y="132"/>
                  </a:cubicBezTo>
                  <a:cubicBezTo>
                    <a:pt x="1133" y="123"/>
                    <a:pt x="1133" y="123"/>
                    <a:pt x="1133" y="123"/>
                  </a:cubicBezTo>
                  <a:close/>
                  <a:moveTo>
                    <a:pt x="1133" y="102"/>
                  </a:moveTo>
                  <a:cubicBezTo>
                    <a:pt x="1133" y="94"/>
                    <a:pt x="1133" y="94"/>
                    <a:pt x="1133" y="94"/>
                  </a:cubicBezTo>
                  <a:cubicBezTo>
                    <a:pt x="1128" y="92"/>
                    <a:pt x="1123" y="91"/>
                    <a:pt x="1117" y="91"/>
                  </a:cubicBezTo>
                  <a:cubicBezTo>
                    <a:pt x="1108" y="91"/>
                    <a:pt x="1103" y="95"/>
                    <a:pt x="1103" y="102"/>
                  </a:cubicBezTo>
                  <a:cubicBezTo>
                    <a:pt x="1103" y="110"/>
                    <a:pt x="1108" y="113"/>
                    <a:pt x="1116" y="113"/>
                  </a:cubicBezTo>
                  <a:cubicBezTo>
                    <a:pt x="1124" y="113"/>
                    <a:pt x="1130" y="109"/>
                    <a:pt x="1133" y="102"/>
                  </a:cubicBezTo>
                  <a:close/>
                  <a:moveTo>
                    <a:pt x="1207" y="53"/>
                  </a:moveTo>
                  <a:cubicBezTo>
                    <a:pt x="1212" y="43"/>
                    <a:pt x="1220" y="37"/>
                    <a:pt x="1230" y="37"/>
                  </a:cubicBezTo>
                  <a:cubicBezTo>
                    <a:pt x="1234" y="37"/>
                    <a:pt x="1238" y="38"/>
                    <a:pt x="1239" y="39"/>
                  </a:cubicBezTo>
                  <a:cubicBezTo>
                    <a:pt x="1239" y="65"/>
                    <a:pt x="1239" y="65"/>
                    <a:pt x="1239" y="65"/>
                  </a:cubicBezTo>
                  <a:cubicBezTo>
                    <a:pt x="1238" y="65"/>
                    <a:pt x="1238" y="65"/>
                    <a:pt x="1238" y="65"/>
                  </a:cubicBezTo>
                  <a:cubicBezTo>
                    <a:pt x="1235" y="64"/>
                    <a:pt x="1231" y="63"/>
                    <a:pt x="1226" y="63"/>
                  </a:cubicBezTo>
                  <a:cubicBezTo>
                    <a:pt x="1217" y="63"/>
                    <a:pt x="1210" y="68"/>
                    <a:pt x="1208" y="78"/>
                  </a:cubicBezTo>
                  <a:cubicBezTo>
                    <a:pt x="1208" y="132"/>
                    <a:pt x="1208" y="132"/>
                    <a:pt x="1208" y="132"/>
                  </a:cubicBezTo>
                  <a:cubicBezTo>
                    <a:pt x="1180" y="132"/>
                    <a:pt x="1180" y="132"/>
                    <a:pt x="1180" y="132"/>
                  </a:cubicBezTo>
                  <a:cubicBezTo>
                    <a:pt x="1180" y="38"/>
                    <a:pt x="1180" y="38"/>
                    <a:pt x="1180" y="38"/>
                  </a:cubicBezTo>
                  <a:cubicBezTo>
                    <a:pt x="1207" y="38"/>
                    <a:pt x="1207" y="38"/>
                    <a:pt x="1207" y="38"/>
                  </a:cubicBezTo>
                  <a:cubicBezTo>
                    <a:pt x="1207" y="53"/>
                    <a:pt x="1207" y="53"/>
                    <a:pt x="1207" y="53"/>
                  </a:cubicBezTo>
                  <a:close/>
                  <a:moveTo>
                    <a:pt x="1314" y="122"/>
                  </a:moveTo>
                  <a:cubicBezTo>
                    <a:pt x="1308" y="130"/>
                    <a:pt x="1298" y="134"/>
                    <a:pt x="1286" y="134"/>
                  </a:cubicBezTo>
                  <a:cubicBezTo>
                    <a:pt x="1262" y="134"/>
                    <a:pt x="1246" y="112"/>
                    <a:pt x="1246" y="85"/>
                  </a:cubicBezTo>
                  <a:cubicBezTo>
                    <a:pt x="1246" y="58"/>
                    <a:pt x="1262" y="36"/>
                    <a:pt x="1286" y="36"/>
                  </a:cubicBezTo>
                  <a:cubicBezTo>
                    <a:pt x="1298" y="36"/>
                    <a:pt x="1307" y="40"/>
                    <a:pt x="1313" y="47"/>
                  </a:cubicBezTo>
                  <a:cubicBezTo>
                    <a:pt x="1313" y="0"/>
                    <a:pt x="1313" y="0"/>
                    <a:pt x="1313" y="0"/>
                  </a:cubicBezTo>
                  <a:cubicBezTo>
                    <a:pt x="1341" y="0"/>
                    <a:pt x="1341" y="0"/>
                    <a:pt x="1341" y="0"/>
                  </a:cubicBezTo>
                  <a:cubicBezTo>
                    <a:pt x="1341" y="132"/>
                    <a:pt x="1341" y="132"/>
                    <a:pt x="1341" y="132"/>
                  </a:cubicBezTo>
                  <a:cubicBezTo>
                    <a:pt x="1314" y="132"/>
                    <a:pt x="1314" y="132"/>
                    <a:pt x="1314" y="132"/>
                  </a:cubicBezTo>
                  <a:cubicBezTo>
                    <a:pt x="1314" y="122"/>
                    <a:pt x="1314" y="122"/>
                    <a:pt x="1314" y="122"/>
                  </a:cubicBezTo>
                  <a:close/>
                  <a:moveTo>
                    <a:pt x="1313" y="100"/>
                  </a:moveTo>
                  <a:cubicBezTo>
                    <a:pt x="1313" y="70"/>
                    <a:pt x="1313" y="70"/>
                    <a:pt x="1313" y="70"/>
                  </a:cubicBezTo>
                  <a:cubicBezTo>
                    <a:pt x="1308" y="63"/>
                    <a:pt x="1302" y="60"/>
                    <a:pt x="1295" y="60"/>
                  </a:cubicBezTo>
                  <a:cubicBezTo>
                    <a:pt x="1283" y="60"/>
                    <a:pt x="1275" y="69"/>
                    <a:pt x="1275" y="85"/>
                  </a:cubicBezTo>
                  <a:cubicBezTo>
                    <a:pt x="1275" y="101"/>
                    <a:pt x="1283" y="110"/>
                    <a:pt x="1295" y="110"/>
                  </a:cubicBezTo>
                  <a:cubicBezTo>
                    <a:pt x="1302" y="110"/>
                    <a:pt x="1308" y="107"/>
                    <a:pt x="1313" y="100"/>
                  </a:cubicBezTo>
                  <a:close/>
                  <a:moveTo>
                    <a:pt x="0" y="175"/>
                  </a:moveTo>
                  <a:cubicBezTo>
                    <a:pt x="81" y="175"/>
                    <a:pt x="81" y="175"/>
                    <a:pt x="81" y="175"/>
                  </a:cubicBezTo>
                  <a:cubicBezTo>
                    <a:pt x="81" y="191"/>
                    <a:pt x="81" y="191"/>
                    <a:pt x="81" y="191"/>
                  </a:cubicBezTo>
                  <a:cubicBezTo>
                    <a:pt x="18" y="191"/>
                    <a:pt x="18" y="191"/>
                    <a:pt x="18" y="191"/>
                  </a:cubicBezTo>
                  <a:cubicBezTo>
                    <a:pt x="18" y="231"/>
                    <a:pt x="18" y="231"/>
                    <a:pt x="18" y="231"/>
                  </a:cubicBezTo>
                  <a:cubicBezTo>
                    <a:pt x="75" y="231"/>
                    <a:pt x="75" y="231"/>
                    <a:pt x="75" y="231"/>
                  </a:cubicBezTo>
                  <a:cubicBezTo>
                    <a:pt x="75" y="247"/>
                    <a:pt x="75" y="247"/>
                    <a:pt x="75" y="247"/>
                  </a:cubicBezTo>
                  <a:cubicBezTo>
                    <a:pt x="18" y="247"/>
                    <a:pt x="18" y="247"/>
                    <a:pt x="18" y="247"/>
                  </a:cubicBezTo>
                  <a:cubicBezTo>
                    <a:pt x="18" y="291"/>
                    <a:pt x="18" y="291"/>
                    <a:pt x="18" y="291"/>
                  </a:cubicBezTo>
                  <a:cubicBezTo>
                    <a:pt x="81" y="291"/>
                    <a:pt x="81" y="291"/>
                    <a:pt x="81" y="291"/>
                  </a:cubicBezTo>
                  <a:cubicBezTo>
                    <a:pt x="81" y="307"/>
                    <a:pt x="81" y="307"/>
                    <a:pt x="81" y="307"/>
                  </a:cubicBezTo>
                  <a:cubicBezTo>
                    <a:pt x="0" y="307"/>
                    <a:pt x="0" y="307"/>
                    <a:pt x="0" y="307"/>
                  </a:cubicBezTo>
                  <a:lnTo>
                    <a:pt x="0" y="175"/>
                  </a:lnTo>
                  <a:close/>
                  <a:moveTo>
                    <a:pt x="149" y="212"/>
                  </a:moveTo>
                  <a:cubicBezTo>
                    <a:pt x="169" y="212"/>
                    <a:pt x="181" y="226"/>
                    <a:pt x="181" y="248"/>
                  </a:cubicBezTo>
                  <a:cubicBezTo>
                    <a:pt x="181" y="307"/>
                    <a:pt x="181" y="307"/>
                    <a:pt x="181" y="307"/>
                  </a:cubicBezTo>
                  <a:cubicBezTo>
                    <a:pt x="164" y="307"/>
                    <a:pt x="164" y="307"/>
                    <a:pt x="164" y="307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4" y="237"/>
                    <a:pt x="157" y="228"/>
                    <a:pt x="144" y="228"/>
                  </a:cubicBezTo>
                  <a:cubicBezTo>
                    <a:pt x="133" y="228"/>
                    <a:pt x="124" y="235"/>
                    <a:pt x="121" y="245"/>
                  </a:cubicBezTo>
                  <a:cubicBezTo>
                    <a:pt x="121" y="307"/>
                    <a:pt x="121" y="307"/>
                    <a:pt x="121" y="307"/>
                  </a:cubicBezTo>
                  <a:cubicBezTo>
                    <a:pt x="103" y="307"/>
                    <a:pt x="103" y="307"/>
                    <a:pt x="103" y="307"/>
                  </a:cubicBezTo>
                  <a:cubicBezTo>
                    <a:pt x="103" y="214"/>
                    <a:pt x="103" y="214"/>
                    <a:pt x="103" y="214"/>
                  </a:cubicBezTo>
                  <a:cubicBezTo>
                    <a:pt x="121" y="214"/>
                    <a:pt x="121" y="214"/>
                    <a:pt x="121" y="214"/>
                  </a:cubicBezTo>
                  <a:cubicBezTo>
                    <a:pt x="121" y="227"/>
                    <a:pt x="121" y="227"/>
                    <a:pt x="121" y="227"/>
                  </a:cubicBezTo>
                  <a:cubicBezTo>
                    <a:pt x="126" y="219"/>
                    <a:pt x="136" y="212"/>
                    <a:pt x="149" y="212"/>
                  </a:cubicBezTo>
                  <a:close/>
                  <a:moveTo>
                    <a:pt x="228" y="214"/>
                  </a:moveTo>
                  <a:cubicBezTo>
                    <a:pt x="252" y="214"/>
                    <a:pt x="252" y="214"/>
                    <a:pt x="252" y="214"/>
                  </a:cubicBezTo>
                  <a:cubicBezTo>
                    <a:pt x="252" y="229"/>
                    <a:pt x="252" y="229"/>
                    <a:pt x="252" y="229"/>
                  </a:cubicBezTo>
                  <a:cubicBezTo>
                    <a:pt x="228" y="229"/>
                    <a:pt x="228" y="229"/>
                    <a:pt x="228" y="229"/>
                  </a:cubicBezTo>
                  <a:cubicBezTo>
                    <a:pt x="228" y="279"/>
                    <a:pt x="228" y="279"/>
                    <a:pt x="228" y="279"/>
                  </a:cubicBezTo>
                  <a:cubicBezTo>
                    <a:pt x="228" y="289"/>
                    <a:pt x="234" y="293"/>
                    <a:pt x="243" y="293"/>
                  </a:cubicBezTo>
                  <a:cubicBezTo>
                    <a:pt x="246" y="293"/>
                    <a:pt x="249" y="293"/>
                    <a:pt x="251" y="292"/>
                  </a:cubicBezTo>
                  <a:cubicBezTo>
                    <a:pt x="252" y="292"/>
                    <a:pt x="252" y="292"/>
                    <a:pt x="252" y="292"/>
                  </a:cubicBezTo>
                  <a:cubicBezTo>
                    <a:pt x="252" y="307"/>
                    <a:pt x="252" y="307"/>
                    <a:pt x="252" y="307"/>
                  </a:cubicBezTo>
                  <a:cubicBezTo>
                    <a:pt x="249" y="308"/>
                    <a:pt x="246" y="309"/>
                    <a:pt x="241" y="309"/>
                  </a:cubicBezTo>
                  <a:cubicBezTo>
                    <a:pt x="219" y="309"/>
                    <a:pt x="211" y="299"/>
                    <a:pt x="211" y="281"/>
                  </a:cubicBezTo>
                  <a:cubicBezTo>
                    <a:pt x="211" y="229"/>
                    <a:pt x="211" y="229"/>
                    <a:pt x="211" y="229"/>
                  </a:cubicBezTo>
                  <a:cubicBezTo>
                    <a:pt x="195" y="229"/>
                    <a:pt x="195" y="229"/>
                    <a:pt x="195" y="229"/>
                  </a:cubicBezTo>
                  <a:cubicBezTo>
                    <a:pt x="195" y="214"/>
                    <a:pt x="195" y="214"/>
                    <a:pt x="195" y="214"/>
                  </a:cubicBezTo>
                  <a:cubicBezTo>
                    <a:pt x="211" y="214"/>
                    <a:pt x="211" y="214"/>
                    <a:pt x="211" y="214"/>
                  </a:cubicBezTo>
                  <a:cubicBezTo>
                    <a:pt x="211" y="189"/>
                    <a:pt x="211" y="189"/>
                    <a:pt x="211" y="189"/>
                  </a:cubicBezTo>
                  <a:cubicBezTo>
                    <a:pt x="228" y="189"/>
                    <a:pt x="228" y="189"/>
                    <a:pt x="228" y="189"/>
                  </a:cubicBezTo>
                  <a:lnTo>
                    <a:pt x="228" y="214"/>
                  </a:lnTo>
                  <a:close/>
                  <a:moveTo>
                    <a:pt x="309" y="309"/>
                  </a:moveTo>
                  <a:cubicBezTo>
                    <a:pt x="282" y="309"/>
                    <a:pt x="263" y="290"/>
                    <a:pt x="263" y="261"/>
                  </a:cubicBezTo>
                  <a:cubicBezTo>
                    <a:pt x="263" y="232"/>
                    <a:pt x="280" y="212"/>
                    <a:pt x="305" y="212"/>
                  </a:cubicBezTo>
                  <a:cubicBezTo>
                    <a:pt x="331" y="212"/>
                    <a:pt x="344" y="230"/>
                    <a:pt x="344" y="258"/>
                  </a:cubicBezTo>
                  <a:cubicBezTo>
                    <a:pt x="344" y="266"/>
                    <a:pt x="344" y="266"/>
                    <a:pt x="344" y="266"/>
                  </a:cubicBezTo>
                  <a:cubicBezTo>
                    <a:pt x="281" y="266"/>
                    <a:pt x="281" y="266"/>
                    <a:pt x="281" y="266"/>
                  </a:cubicBezTo>
                  <a:cubicBezTo>
                    <a:pt x="282" y="284"/>
                    <a:pt x="295" y="293"/>
                    <a:pt x="311" y="293"/>
                  </a:cubicBezTo>
                  <a:cubicBezTo>
                    <a:pt x="321" y="293"/>
                    <a:pt x="329" y="291"/>
                    <a:pt x="337" y="285"/>
                  </a:cubicBezTo>
                  <a:cubicBezTo>
                    <a:pt x="338" y="285"/>
                    <a:pt x="338" y="285"/>
                    <a:pt x="338" y="285"/>
                  </a:cubicBezTo>
                  <a:cubicBezTo>
                    <a:pt x="338" y="300"/>
                    <a:pt x="338" y="300"/>
                    <a:pt x="338" y="300"/>
                  </a:cubicBezTo>
                  <a:cubicBezTo>
                    <a:pt x="330" y="306"/>
                    <a:pt x="320" y="309"/>
                    <a:pt x="309" y="309"/>
                  </a:cubicBezTo>
                  <a:close/>
                  <a:moveTo>
                    <a:pt x="281" y="251"/>
                  </a:moveTo>
                  <a:cubicBezTo>
                    <a:pt x="327" y="251"/>
                    <a:pt x="327" y="251"/>
                    <a:pt x="327" y="251"/>
                  </a:cubicBezTo>
                  <a:cubicBezTo>
                    <a:pt x="327" y="237"/>
                    <a:pt x="320" y="227"/>
                    <a:pt x="306" y="227"/>
                  </a:cubicBezTo>
                  <a:cubicBezTo>
                    <a:pt x="292" y="227"/>
                    <a:pt x="284" y="237"/>
                    <a:pt x="281" y="251"/>
                  </a:cubicBezTo>
                  <a:close/>
                  <a:moveTo>
                    <a:pt x="382" y="228"/>
                  </a:moveTo>
                  <a:cubicBezTo>
                    <a:pt x="386" y="218"/>
                    <a:pt x="395" y="212"/>
                    <a:pt x="405" y="212"/>
                  </a:cubicBezTo>
                  <a:cubicBezTo>
                    <a:pt x="409" y="212"/>
                    <a:pt x="413" y="213"/>
                    <a:pt x="414" y="214"/>
                  </a:cubicBezTo>
                  <a:cubicBezTo>
                    <a:pt x="414" y="231"/>
                    <a:pt x="414" y="231"/>
                    <a:pt x="414" y="231"/>
                  </a:cubicBezTo>
                  <a:cubicBezTo>
                    <a:pt x="414" y="231"/>
                    <a:pt x="414" y="231"/>
                    <a:pt x="414" y="231"/>
                  </a:cubicBezTo>
                  <a:cubicBezTo>
                    <a:pt x="411" y="230"/>
                    <a:pt x="407" y="229"/>
                    <a:pt x="403" y="229"/>
                  </a:cubicBezTo>
                  <a:cubicBezTo>
                    <a:pt x="393" y="229"/>
                    <a:pt x="385" y="236"/>
                    <a:pt x="382" y="246"/>
                  </a:cubicBezTo>
                  <a:cubicBezTo>
                    <a:pt x="382" y="307"/>
                    <a:pt x="382" y="307"/>
                    <a:pt x="382" y="307"/>
                  </a:cubicBezTo>
                  <a:cubicBezTo>
                    <a:pt x="365" y="307"/>
                    <a:pt x="365" y="307"/>
                    <a:pt x="365" y="307"/>
                  </a:cubicBezTo>
                  <a:cubicBezTo>
                    <a:pt x="365" y="214"/>
                    <a:pt x="365" y="214"/>
                    <a:pt x="365" y="214"/>
                  </a:cubicBezTo>
                  <a:cubicBezTo>
                    <a:pt x="382" y="214"/>
                    <a:pt x="382" y="214"/>
                    <a:pt x="382" y="214"/>
                  </a:cubicBezTo>
                  <a:cubicBezTo>
                    <a:pt x="382" y="228"/>
                    <a:pt x="382" y="228"/>
                    <a:pt x="382" y="228"/>
                  </a:cubicBezTo>
                  <a:close/>
                  <a:moveTo>
                    <a:pt x="474" y="212"/>
                  </a:moveTo>
                  <a:cubicBezTo>
                    <a:pt x="502" y="212"/>
                    <a:pt x="516" y="235"/>
                    <a:pt x="516" y="260"/>
                  </a:cubicBezTo>
                  <a:cubicBezTo>
                    <a:pt x="516" y="286"/>
                    <a:pt x="502" y="309"/>
                    <a:pt x="474" y="309"/>
                  </a:cubicBezTo>
                  <a:cubicBezTo>
                    <a:pt x="463" y="309"/>
                    <a:pt x="453" y="303"/>
                    <a:pt x="448" y="296"/>
                  </a:cubicBezTo>
                  <a:cubicBezTo>
                    <a:pt x="448" y="342"/>
                    <a:pt x="448" y="342"/>
                    <a:pt x="448" y="342"/>
                  </a:cubicBezTo>
                  <a:cubicBezTo>
                    <a:pt x="430" y="342"/>
                    <a:pt x="430" y="342"/>
                    <a:pt x="430" y="342"/>
                  </a:cubicBezTo>
                  <a:cubicBezTo>
                    <a:pt x="430" y="214"/>
                    <a:pt x="430" y="214"/>
                    <a:pt x="430" y="214"/>
                  </a:cubicBezTo>
                  <a:cubicBezTo>
                    <a:pt x="448" y="214"/>
                    <a:pt x="448" y="214"/>
                    <a:pt x="448" y="214"/>
                  </a:cubicBezTo>
                  <a:cubicBezTo>
                    <a:pt x="448" y="224"/>
                    <a:pt x="448" y="224"/>
                    <a:pt x="448" y="224"/>
                  </a:cubicBezTo>
                  <a:cubicBezTo>
                    <a:pt x="453" y="218"/>
                    <a:pt x="463" y="212"/>
                    <a:pt x="474" y="212"/>
                  </a:cubicBezTo>
                  <a:close/>
                  <a:moveTo>
                    <a:pt x="471" y="293"/>
                  </a:moveTo>
                  <a:cubicBezTo>
                    <a:pt x="488" y="293"/>
                    <a:pt x="498" y="279"/>
                    <a:pt x="498" y="260"/>
                  </a:cubicBezTo>
                  <a:cubicBezTo>
                    <a:pt x="498" y="242"/>
                    <a:pt x="488" y="228"/>
                    <a:pt x="471" y="228"/>
                  </a:cubicBezTo>
                  <a:cubicBezTo>
                    <a:pt x="461" y="228"/>
                    <a:pt x="453" y="233"/>
                    <a:pt x="448" y="243"/>
                  </a:cubicBezTo>
                  <a:cubicBezTo>
                    <a:pt x="448" y="278"/>
                    <a:pt x="448" y="278"/>
                    <a:pt x="448" y="278"/>
                  </a:cubicBezTo>
                  <a:cubicBezTo>
                    <a:pt x="453" y="287"/>
                    <a:pt x="461" y="293"/>
                    <a:pt x="471" y="293"/>
                  </a:cubicBezTo>
                  <a:close/>
                  <a:moveTo>
                    <a:pt x="554" y="228"/>
                  </a:moveTo>
                  <a:cubicBezTo>
                    <a:pt x="558" y="218"/>
                    <a:pt x="567" y="212"/>
                    <a:pt x="577" y="212"/>
                  </a:cubicBezTo>
                  <a:cubicBezTo>
                    <a:pt x="581" y="212"/>
                    <a:pt x="585" y="213"/>
                    <a:pt x="587" y="214"/>
                  </a:cubicBezTo>
                  <a:cubicBezTo>
                    <a:pt x="587" y="231"/>
                    <a:pt x="587" y="231"/>
                    <a:pt x="587" y="231"/>
                  </a:cubicBezTo>
                  <a:cubicBezTo>
                    <a:pt x="586" y="231"/>
                    <a:pt x="586" y="231"/>
                    <a:pt x="586" y="231"/>
                  </a:cubicBezTo>
                  <a:cubicBezTo>
                    <a:pt x="583" y="230"/>
                    <a:pt x="579" y="229"/>
                    <a:pt x="575" y="229"/>
                  </a:cubicBezTo>
                  <a:cubicBezTo>
                    <a:pt x="565" y="229"/>
                    <a:pt x="557" y="236"/>
                    <a:pt x="554" y="246"/>
                  </a:cubicBezTo>
                  <a:cubicBezTo>
                    <a:pt x="554" y="307"/>
                    <a:pt x="554" y="307"/>
                    <a:pt x="554" y="307"/>
                  </a:cubicBezTo>
                  <a:cubicBezTo>
                    <a:pt x="537" y="307"/>
                    <a:pt x="537" y="307"/>
                    <a:pt x="537" y="307"/>
                  </a:cubicBezTo>
                  <a:cubicBezTo>
                    <a:pt x="537" y="214"/>
                    <a:pt x="537" y="214"/>
                    <a:pt x="537" y="214"/>
                  </a:cubicBezTo>
                  <a:cubicBezTo>
                    <a:pt x="554" y="214"/>
                    <a:pt x="554" y="214"/>
                    <a:pt x="554" y="214"/>
                  </a:cubicBezTo>
                  <a:cubicBezTo>
                    <a:pt x="554" y="228"/>
                    <a:pt x="554" y="228"/>
                    <a:pt x="554" y="228"/>
                  </a:cubicBezTo>
                  <a:close/>
                  <a:moveTo>
                    <a:pt x="612" y="176"/>
                  </a:moveTo>
                  <a:cubicBezTo>
                    <a:pt x="618" y="176"/>
                    <a:pt x="623" y="181"/>
                    <a:pt x="623" y="187"/>
                  </a:cubicBezTo>
                  <a:cubicBezTo>
                    <a:pt x="623" y="193"/>
                    <a:pt x="618" y="198"/>
                    <a:pt x="612" y="198"/>
                  </a:cubicBezTo>
                  <a:cubicBezTo>
                    <a:pt x="606" y="198"/>
                    <a:pt x="601" y="193"/>
                    <a:pt x="601" y="187"/>
                  </a:cubicBezTo>
                  <a:cubicBezTo>
                    <a:pt x="601" y="181"/>
                    <a:pt x="606" y="176"/>
                    <a:pt x="612" y="176"/>
                  </a:cubicBezTo>
                  <a:close/>
                  <a:moveTo>
                    <a:pt x="603" y="214"/>
                  </a:moveTo>
                  <a:cubicBezTo>
                    <a:pt x="621" y="214"/>
                    <a:pt x="621" y="214"/>
                    <a:pt x="621" y="214"/>
                  </a:cubicBezTo>
                  <a:cubicBezTo>
                    <a:pt x="621" y="307"/>
                    <a:pt x="621" y="307"/>
                    <a:pt x="621" y="307"/>
                  </a:cubicBezTo>
                  <a:cubicBezTo>
                    <a:pt x="603" y="307"/>
                    <a:pt x="603" y="307"/>
                    <a:pt x="603" y="307"/>
                  </a:cubicBezTo>
                  <a:lnTo>
                    <a:pt x="603" y="214"/>
                  </a:lnTo>
                  <a:close/>
                  <a:moveTo>
                    <a:pt x="683" y="252"/>
                  </a:moveTo>
                  <a:cubicBezTo>
                    <a:pt x="696" y="257"/>
                    <a:pt x="711" y="262"/>
                    <a:pt x="711" y="280"/>
                  </a:cubicBezTo>
                  <a:cubicBezTo>
                    <a:pt x="711" y="299"/>
                    <a:pt x="696" y="309"/>
                    <a:pt x="675" y="309"/>
                  </a:cubicBezTo>
                  <a:cubicBezTo>
                    <a:pt x="663" y="309"/>
                    <a:pt x="651" y="306"/>
                    <a:pt x="644" y="300"/>
                  </a:cubicBezTo>
                  <a:cubicBezTo>
                    <a:pt x="644" y="283"/>
                    <a:pt x="644" y="283"/>
                    <a:pt x="644" y="283"/>
                  </a:cubicBezTo>
                  <a:cubicBezTo>
                    <a:pt x="645" y="283"/>
                    <a:pt x="645" y="283"/>
                    <a:pt x="645" y="283"/>
                  </a:cubicBezTo>
                  <a:cubicBezTo>
                    <a:pt x="653" y="291"/>
                    <a:pt x="664" y="294"/>
                    <a:pt x="675" y="294"/>
                  </a:cubicBezTo>
                  <a:cubicBezTo>
                    <a:pt x="685" y="294"/>
                    <a:pt x="694" y="290"/>
                    <a:pt x="694" y="282"/>
                  </a:cubicBezTo>
                  <a:cubicBezTo>
                    <a:pt x="694" y="274"/>
                    <a:pt x="687" y="272"/>
                    <a:pt x="672" y="267"/>
                  </a:cubicBezTo>
                  <a:cubicBezTo>
                    <a:pt x="659" y="263"/>
                    <a:pt x="644" y="258"/>
                    <a:pt x="644" y="240"/>
                  </a:cubicBezTo>
                  <a:cubicBezTo>
                    <a:pt x="644" y="223"/>
                    <a:pt x="659" y="212"/>
                    <a:pt x="678" y="212"/>
                  </a:cubicBezTo>
                  <a:cubicBezTo>
                    <a:pt x="689" y="212"/>
                    <a:pt x="699" y="214"/>
                    <a:pt x="706" y="220"/>
                  </a:cubicBezTo>
                  <a:cubicBezTo>
                    <a:pt x="706" y="236"/>
                    <a:pt x="706" y="236"/>
                    <a:pt x="706" y="236"/>
                  </a:cubicBezTo>
                  <a:cubicBezTo>
                    <a:pt x="706" y="236"/>
                    <a:pt x="706" y="236"/>
                    <a:pt x="706" y="236"/>
                  </a:cubicBezTo>
                  <a:cubicBezTo>
                    <a:pt x="698" y="230"/>
                    <a:pt x="689" y="227"/>
                    <a:pt x="678" y="227"/>
                  </a:cubicBezTo>
                  <a:cubicBezTo>
                    <a:pt x="667" y="227"/>
                    <a:pt x="661" y="232"/>
                    <a:pt x="661" y="238"/>
                  </a:cubicBezTo>
                  <a:cubicBezTo>
                    <a:pt x="661" y="246"/>
                    <a:pt x="668" y="248"/>
                    <a:pt x="683" y="252"/>
                  </a:cubicBezTo>
                  <a:close/>
                  <a:moveTo>
                    <a:pt x="772" y="309"/>
                  </a:moveTo>
                  <a:cubicBezTo>
                    <a:pt x="745" y="309"/>
                    <a:pt x="726" y="290"/>
                    <a:pt x="726" y="261"/>
                  </a:cubicBezTo>
                  <a:cubicBezTo>
                    <a:pt x="726" y="232"/>
                    <a:pt x="744" y="212"/>
                    <a:pt x="769" y="212"/>
                  </a:cubicBezTo>
                  <a:cubicBezTo>
                    <a:pt x="794" y="212"/>
                    <a:pt x="807" y="230"/>
                    <a:pt x="807" y="258"/>
                  </a:cubicBezTo>
                  <a:cubicBezTo>
                    <a:pt x="807" y="266"/>
                    <a:pt x="807" y="266"/>
                    <a:pt x="807" y="266"/>
                  </a:cubicBezTo>
                  <a:cubicBezTo>
                    <a:pt x="744" y="266"/>
                    <a:pt x="744" y="266"/>
                    <a:pt x="744" y="266"/>
                  </a:cubicBezTo>
                  <a:cubicBezTo>
                    <a:pt x="746" y="284"/>
                    <a:pt x="758" y="293"/>
                    <a:pt x="774" y="293"/>
                  </a:cubicBezTo>
                  <a:cubicBezTo>
                    <a:pt x="785" y="293"/>
                    <a:pt x="792" y="291"/>
                    <a:pt x="800" y="285"/>
                  </a:cubicBezTo>
                  <a:cubicBezTo>
                    <a:pt x="801" y="285"/>
                    <a:pt x="801" y="285"/>
                    <a:pt x="801" y="285"/>
                  </a:cubicBezTo>
                  <a:cubicBezTo>
                    <a:pt x="801" y="300"/>
                    <a:pt x="801" y="300"/>
                    <a:pt x="801" y="300"/>
                  </a:cubicBezTo>
                  <a:cubicBezTo>
                    <a:pt x="793" y="306"/>
                    <a:pt x="783" y="309"/>
                    <a:pt x="772" y="309"/>
                  </a:cubicBezTo>
                  <a:close/>
                  <a:moveTo>
                    <a:pt x="744" y="251"/>
                  </a:moveTo>
                  <a:cubicBezTo>
                    <a:pt x="791" y="251"/>
                    <a:pt x="791" y="251"/>
                    <a:pt x="791" y="251"/>
                  </a:cubicBezTo>
                  <a:cubicBezTo>
                    <a:pt x="790" y="237"/>
                    <a:pt x="783" y="227"/>
                    <a:pt x="769" y="227"/>
                  </a:cubicBezTo>
                  <a:cubicBezTo>
                    <a:pt x="756" y="227"/>
                    <a:pt x="747" y="237"/>
                    <a:pt x="744" y="2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17155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ate Turquoise Frame Divider">
    <p:bg>
      <p:bgPr>
        <a:solidFill>
          <a:srgbClr val="4255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3" y="2571746"/>
            <a:ext cx="8228011" cy="576263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8014" y="3149201"/>
            <a:ext cx="8228011" cy="5334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3200"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10272" y="6248401"/>
            <a:ext cx="969471" cy="390524"/>
            <a:chOff x="3578225" y="1146175"/>
            <a:chExt cx="5038725" cy="2111375"/>
          </a:xfrm>
          <a:solidFill>
            <a:srgbClr val="FFFFFF"/>
          </a:solidFill>
        </p:grpSpPr>
        <p:sp>
          <p:nvSpPr>
            <p:cNvPr id="9" name="Freeform 5"/>
            <p:cNvSpPr>
              <a:spLocks noEditPoints="1"/>
            </p:cNvSpPr>
            <p:nvPr/>
          </p:nvSpPr>
          <p:spPr bwMode="auto">
            <a:xfrm>
              <a:off x="3578225" y="1146175"/>
              <a:ext cx="1725613" cy="498475"/>
            </a:xfrm>
            <a:custGeom>
              <a:avLst/>
              <a:gdLst>
                <a:gd name="T0" fmla="*/ 0 w 1087"/>
                <a:gd name="T1" fmla="*/ 0 h 314"/>
                <a:gd name="T2" fmla="*/ 0 w 1087"/>
                <a:gd name="T3" fmla="*/ 314 h 314"/>
                <a:gd name="T4" fmla="*/ 0 w 1087"/>
                <a:gd name="T5" fmla="*/ 314 h 314"/>
                <a:gd name="T6" fmla="*/ 1087 w 1087"/>
                <a:gd name="T7" fmla="*/ 314 h 314"/>
                <a:gd name="T8" fmla="*/ 1087 w 1087"/>
                <a:gd name="T9" fmla="*/ 0 h 314"/>
                <a:gd name="T10" fmla="*/ 0 w 1087"/>
                <a:gd name="T11" fmla="*/ 0 h 314"/>
                <a:gd name="T12" fmla="*/ 1018 w 1087"/>
                <a:gd name="T13" fmla="*/ 245 h 314"/>
                <a:gd name="T14" fmla="*/ 69 w 1087"/>
                <a:gd name="T15" fmla="*/ 245 h 314"/>
                <a:gd name="T16" fmla="*/ 69 w 1087"/>
                <a:gd name="T17" fmla="*/ 69 h 314"/>
                <a:gd name="T18" fmla="*/ 1018 w 1087"/>
                <a:gd name="T19" fmla="*/ 69 h 314"/>
                <a:gd name="T20" fmla="*/ 1018 w 1087"/>
                <a:gd name="T21" fmla="*/ 245 h 314"/>
                <a:gd name="T22" fmla="*/ 1018 w 1087"/>
                <a:gd name="T23" fmla="*/ 245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87" h="314">
                  <a:moveTo>
                    <a:pt x="0" y="0"/>
                  </a:moveTo>
                  <a:lnTo>
                    <a:pt x="0" y="314"/>
                  </a:lnTo>
                  <a:lnTo>
                    <a:pt x="0" y="314"/>
                  </a:lnTo>
                  <a:lnTo>
                    <a:pt x="1087" y="314"/>
                  </a:lnTo>
                  <a:lnTo>
                    <a:pt x="1087" y="0"/>
                  </a:lnTo>
                  <a:lnTo>
                    <a:pt x="0" y="0"/>
                  </a:lnTo>
                  <a:close/>
                  <a:moveTo>
                    <a:pt x="1018" y="245"/>
                  </a:moveTo>
                  <a:lnTo>
                    <a:pt x="69" y="245"/>
                  </a:lnTo>
                  <a:lnTo>
                    <a:pt x="69" y="69"/>
                  </a:lnTo>
                  <a:lnTo>
                    <a:pt x="1018" y="69"/>
                  </a:lnTo>
                  <a:lnTo>
                    <a:pt x="1018" y="245"/>
                  </a:lnTo>
                  <a:lnTo>
                    <a:pt x="1018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/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3578225" y="1968500"/>
              <a:ext cx="5038725" cy="1289050"/>
            </a:xfrm>
            <a:custGeom>
              <a:avLst/>
              <a:gdLst>
                <a:gd name="T0" fmla="*/ 80 w 1341"/>
                <a:gd name="T1" fmla="*/ 52 h 342"/>
                <a:gd name="T2" fmla="*/ 29 w 1341"/>
                <a:gd name="T3" fmla="*/ 77 h 342"/>
                <a:gd name="T4" fmla="*/ 212 w 1341"/>
                <a:gd name="T5" fmla="*/ 93 h 342"/>
                <a:gd name="T6" fmla="*/ 174 w 1341"/>
                <a:gd name="T7" fmla="*/ 134 h 342"/>
                <a:gd name="T8" fmla="*/ 272 w 1341"/>
                <a:gd name="T9" fmla="*/ 132 h 342"/>
                <a:gd name="T10" fmla="*/ 276 w 1341"/>
                <a:gd name="T11" fmla="*/ 38 h 342"/>
                <a:gd name="T12" fmla="*/ 327 w 1341"/>
                <a:gd name="T13" fmla="*/ 132 h 342"/>
                <a:gd name="T14" fmla="*/ 398 w 1341"/>
                <a:gd name="T15" fmla="*/ 0 h 342"/>
                <a:gd name="T16" fmla="*/ 402 w 1341"/>
                <a:gd name="T17" fmla="*/ 134 h 342"/>
                <a:gd name="T18" fmla="*/ 448 w 1341"/>
                <a:gd name="T19" fmla="*/ 93 h 342"/>
                <a:gd name="T20" fmla="*/ 448 w 1341"/>
                <a:gd name="T21" fmla="*/ 74 h 342"/>
                <a:gd name="T22" fmla="*/ 642 w 1341"/>
                <a:gd name="T23" fmla="*/ 60 h 342"/>
                <a:gd name="T24" fmla="*/ 642 w 1341"/>
                <a:gd name="T25" fmla="*/ 131 h 342"/>
                <a:gd name="T26" fmla="*/ 570 w 1341"/>
                <a:gd name="T27" fmla="*/ 111 h 342"/>
                <a:gd name="T28" fmla="*/ 530 w 1341"/>
                <a:gd name="T29" fmla="*/ 60 h 342"/>
                <a:gd name="T30" fmla="*/ 558 w 1341"/>
                <a:gd name="T31" fmla="*/ 38 h 342"/>
                <a:gd name="T32" fmla="*/ 738 w 1341"/>
                <a:gd name="T33" fmla="*/ 89 h 342"/>
                <a:gd name="T34" fmla="*/ 787 w 1341"/>
                <a:gd name="T35" fmla="*/ 45 h 342"/>
                <a:gd name="T36" fmla="*/ 736 w 1341"/>
                <a:gd name="T37" fmla="*/ 65 h 342"/>
                <a:gd name="T38" fmla="*/ 848 w 1341"/>
                <a:gd name="T39" fmla="*/ 73 h 342"/>
                <a:gd name="T40" fmla="*/ 876 w 1341"/>
                <a:gd name="T41" fmla="*/ 73 h 342"/>
                <a:gd name="T42" fmla="*/ 833 w 1341"/>
                <a:gd name="T43" fmla="*/ 91 h 342"/>
                <a:gd name="T44" fmla="*/ 965 w 1341"/>
                <a:gd name="T45" fmla="*/ 43 h 342"/>
                <a:gd name="T46" fmla="*/ 964 w 1341"/>
                <a:gd name="T47" fmla="*/ 103 h 342"/>
                <a:gd name="T48" fmla="*/ 1010 w 1341"/>
                <a:gd name="T49" fmla="*/ 132 h 342"/>
                <a:gd name="T50" fmla="*/ 1070 w 1341"/>
                <a:gd name="T51" fmla="*/ 38 h 342"/>
                <a:gd name="T52" fmla="*/ 1010 w 1341"/>
                <a:gd name="T53" fmla="*/ 89 h 342"/>
                <a:gd name="T54" fmla="*/ 1133 w 1341"/>
                <a:gd name="T55" fmla="*/ 73 h 342"/>
                <a:gd name="T56" fmla="*/ 1160 w 1341"/>
                <a:gd name="T57" fmla="*/ 73 h 342"/>
                <a:gd name="T58" fmla="*/ 1117 w 1341"/>
                <a:gd name="T59" fmla="*/ 91 h 342"/>
                <a:gd name="T60" fmla="*/ 1239 w 1341"/>
                <a:gd name="T61" fmla="*/ 39 h 342"/>
                <a:gd name="T62" fmla="*/ 1180 w 1341"/>
                <a:gd name="T63" fmla="*/ 132 h 342"/>
                <a:gd name="T64" fmla="*/ 1246 w 1341"/>
                <a:gd name="T65" fmla="*/ 85 h 342"/>
                <a:gd name="T66" fmla="*/ 1314 w 1341"/>
                <a:gd name="T67" fmla="*/ 132 h 342"/>
                <a:gd name="T68" fmla="*/ 1295 w 1341"/>
                <a:gd name="T69" fmla="*/ 110 h 342"/>
                <a:gd name="T70" fmla="*/ 18 w 1341"/>
                <a:gd name="T71" fmla="*/ 231 h 342"/>
                <a:gd name="T72" fmla="*/ 81 w 1341"/>
                <a:gd name="T73" fmla="*/ 307 h 342"/>
                <a:gd name="T74" fmla="*/ 164 w 1341"/>
                <a:gd name="T75" fmla="*/ 307 h 342"/>
                <a:gd name="T76" fmla="*/ 103 w 1341"/>
                <a:gd name="T77" fmla="*/ 214 h 342"/>
                <a:gd name="T78" fmla="*/ 252 w 1341"/>
                <a:gd name="T79" fmla="*/ 229 h 342"/>
                <a:gd name="T80" fmla="*/ 252 w 1341"/>
                <a:gd name="T81" fmla="*/ 307 h 342"/>
                <a:gd name="T82" fmla="*/ 211 w 1341"/>
                <a:gd name="T83" fmla="*/ 214 h 342"/>
                <a:gd name="T84" fmla="*/ 305 w 1341"/>
                <a:gd name="T85" fmla="*/ 212 h 342"/>
                <a:gd name="T86" fmla="*/ 338 w 1341"/>
                <a:gd name="T87" fmla="*/ 285 h 342"/>
                <a:gd name="T88" fmla="*/ 281 w 1341"/>
                <a:gd name="T89" fmla="*/ 251 h 342"/>
                <a:gd name="T90" fmla="*/ 403 w 1341"/>
                <a:gd name="T91" fmla="*/ 229 h 342"/>
                <a:gd name="T92" fmla="*/ 382 w 1341"/>
                <a:gd name="T93" fmla="*/ 228 h 342"/>
                <a:gd name="T94" fmla="*/ 430 w 1341"/>
                <a:gd name="T95" fmla="*/ 342 h 342"/>
                <a:gd name="T96" fmla="*/ 498 w 1341"/>
                <a:gd name="T97" fmla="*/ 260 h 342"/>
                <a:gd name="T98" fmla="*/ 577 w 1341"/>
                <a:gd name="T99" fmla="*/ 212 h 342"/>
                <a:gd name="T100" fmla="*/ 554 w 1341"/>
                <a:gd name="T101" fmla="*/ 307 h 342"/>
                <a:gd name="T102" fmla="*/ 623 w 1341"/>
                <a:gd name="T103" fmla="*/ 187 h 342"/>
                <a:gd name="T104" fmla="*/ 621 w 1341"/>
                <a:gd name="T105" fmla="*/ 307 h 342"/>
                <a:gd name="T106" fmla="*/ 644 w 1341"/>
                <a:gd name="T107" fmla="*/ 300 h 342"/>
                <a:gd name="T108" fmla="*/ 644 w 1341"/>
                <a:gd name="T109" fmla="*/ 240 h 342"/>
                <a:gd name="T110" fmla="*/ 661 w 1341"/>
                <a:gd name="T111" fmla="*/ 238 h 342"/>
                <a:gd name="T112" fmla="*/ 807 w 1341"/>
                <a:gd name="T113" fmla="*/ 266 h 342"/>
                <a:gd name="T114" fmla="*/ 772 w 1341"/>
                <a:gd name="T115" fmla="*/ 309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341" h="342">
                  <a:moveTo>
                    <a:pt x="29" y="132"/>
                  </a:moveTo>
                  <a:cubicBezTo>
                    <a:pt x="0" y="132"/>
                    <a:pt x="0" y="132"/>
                    <a:pt x="0" y="13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80" y="52"/>
                    <a:pt x="80" y="52"/>
                    <a:pt x="80" y="52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09" y="132"/>
                    <a:pt x="109" y="132"/>
                    <a:pt x="109" y="132"/>
                  </a:cubicBezTo>
                  <a:cubicBezTo>
                    <a:pt x="80" y="132"/>
                    <a:pt x="80" y="132"/>
                    <a:pt x="80" y="132"/>
                  </a:cubicBezTo>
                  <a:cubicBezTo>
                    <a:pt x="80" y="77"/>
                    <a:pt x="80" y="77"/>
                    <a:pt x="80" y="77"/>
                  </a:cubicBezTo>
                  <a:cubicBezTo>
                    <a:pt x="29" y="77"/>
                    <a:pt x="29" y="77"/>
                    <a:pt x="29" y="77"/>
                  </a:cubicBezTo>
                  <a:lnTo>
                    <a:pt x="29" y="132"/>
                  </a:lnTo>
                  <a:close/>
                  <a:moveTo>
                    <a:pt x="174" y="134"/>
                  </a:moveTo>
                  <a:cubicBezTo>
                    <a:pt x="145" y="134"/>
                    <a:pt x="125" y="116"/>
                    <a:pt x="125" y="85"/>
                  </a:cubicBezTo>
                  <a:cubicBezTo>
                    <a:pt x="125" y="56"/>
                    <a:pt x="144" y="36"/>
                    <a:pt x="170" y="36"/>
                  </a:cubicBezTo>
                  <a:cubicBezTo>
                    <a:pt x="198" y="36"/>
                    <a:pt x="212" y="55"/>
                    <a:pt x="212" y="83"/>
                  </a:cubicBezTo>
                  <a:cubicBezTo>
                    <a:pt x="212" y="93"/>
                    <a:pt x="212" y="93"/>
                    <a:pt x="212" y="93"/>
                  </a:cubicBezTo>
                  <a:cubicBezTo>
                    <a:pt x="152" y="93"/>
                    <a:pt x="152" y="93"/>
                    <a:pt x="152" y="93"/>
                  </a:cubicBezTo>
                  <a:cubicBezTo>
                    <a:pt x="155" y="108"/>
                    <a:pt x="167" y="112"/>
                    <a:pt x="178" y="112"/>
                  </a:cubicBezTo>
                  <a:cubicBezTo>
                    <a:pt x="188" y="112"/>
                    <a:pt x="195" y="110"/>
                    <a:pt x="204" y="104"/>
                  </a:cubicBezTo>
                  <a:cubicBezTo>
                    <a:pt x="205" y="104"/>
                    <a:pt x="205" y="104"/>
                    <a:pt x="205" y="104"/>
                  </a:cubicBezTo>
                  <a:cubicBezTo>
                    <a:pt x="205" y="126"/>
                    <a:pt x="205" y="126"/>
                    <a:pt x="205" y="126"/>
                  </a:cubicBezTo>
                  <a:cubicBezTo>
                    <a:pt x="198" y="131"/>
                    <a:pt x="187" y="134"/>
                    <a:pt x="174" y="134"/>
                  </a:cubicBezTo>
                  <a:close/>
                  <a:moveTo>
                    <a:pt x="152" y="74"/>
                  </a:moveTo>
                  <a:cubicBezTo>
                    <a:pt x="186" y="74"/>
                    <a:pt x="186" y="74"/>
                    <a:pt x="186" y="74"/>
                  </a:cubicBezTo>
                  <a:cubicBezTo>
                    <a:pt x="186" y="64"/>
                    <a:pt x="182" y="58"/>
                    <a:pt x="170" y="58"/>
                  </a:cubicBezTo>
                  <a:cubicBezTo>
                    <a:pt x="162" y="58"/>
                    <a:pt x="155" y="61"/>
                    <a:pt x="152" y="74"/>
                  </a:cubicBezTo>
                  <a:close/>
                  <a:moveTo>
                    <a:pt x="287" y="77"/>
                  </a:moveTo>
                  <a:cubicBezTo>
                    <a:pt x="272" y="132"/>
                    <a:pt x="272" y="132"/>
                    <a:pt x="272" y="132"/>
                  </a:cubicBezTo>
                  <a:cubicBezTo>
                    <a:pt x="247" y="132"/>
                    <a:pt x="247" y="132"/>
                    <a:pt x="247" y="132"/>
                  </a:cubicBezTo>
                  <a:cubicBezTo>
                    <a:pt x="218" y="39"/>
                    <a:pt x="218" y="39"/>
                    <a:pt x="218" y="39"/>
                  </a:cubicBezTo>
                  <a:cubicBezTo>
                    <a:pt x="218" y="38"/>
                    <a:pt x="218" y="38"/>
                    <a:pt x="218" y="38"/>
                  </a:cubicBezTo>
                  <a:cubicBezTo>
                    <a:pt x="246" y="38"/>
                    <a:pt x="246" y="38"/>
                    <a:pt x="246" y="38"/>
                  </a:cubicBezTo>
                  <a:cubicBezTo>
                    <a:pt x="261" y="93"/>
                    <a:pt x="261" y="93"/>
                    <a:pt x="261" y="93"/>
                  </a:cubicBezTo>
                  <a:cubicBezTo>
                    <a:pt x="276" y="38"/>
                    <a:pt x="276" y="38"/>
                    <a:pt x="276" y="38"/>
                  </a:cubicBezTo>
                  <a:cubicBezTo>
                    <a:pt x="298" y="38"/>
                    <a:pt x="298" y="38"/>
                    <a:pt x="298" y="38"/>
                  </a:cubicBezTo>
                  <a:cubicBezTo>
                    <a:pt x="313" y="93"/>
                    <a:pt x="313" y="93"/>
                    <a:pt x="313" y="93"/>
                  </a:cubicBezTo>
                  <a:cubicBezTo>
                    <a:pt x="329" y="38"/>
                    <a:pt x="329" y="38"/>
                    <a:pt x="329" y="38"/>
                  </a:cubicBezTo>
                  <a:cubicBezTo>
                    <a:pt x="355" y="38"/>
                    <a:pt x="355" y="38"/>
                    <a:pt x="355" y="38"/>
                  </a:cubicBezTo>
                  <a:cubicBezTo>
                    <a:pt x="355" y="39"/>
                    <a:pt x="355" y="39"/>
                    <a:pt x="355" y="39"/>
                  </a:cubicBezTo>
                  <a:cubicBezTo>
                    <a:pt x="327" y="132"/>
                    <a:pt x="327" y="132"/>
                    <a:pt x="327" y="132"/>
                  </a:cubicBezTo>
                  <a:cubicBezTo>
                    <a:pt x="302" y="132"/>
                    <a:pt x="302" y="132"/>
                    <a:pt x="302" y="132"/>
                  </a:cubicBezTo>
                  <a:lnTo>
                    <a:pt x="287" y="77"/>
                  </a:lnTo>
                  <a:close/>
                  <a:moveTo>
                    <a:pt x="402" y="134"/>
                  </a:moveTo>
                  <a:cubicBezTo>
                    <a:pt x="379" y="134"/>
                    <a:pt x="370" y="125"/>
                    <a:pt x="370" y="104"/>
                  </a:cubicBezTo>
                  <a:cubicBezTo>
                    <a:pt x="370" y="0"/>
                    <a:pt x="370" y="0"/>
                    <a:pt x="370" y="0"/>
                  </a:cubicBezTo>
                  <a:cubicBezTo>
                    <a:pt x="398" y="0"/>
                    <a:pt x="398" y="0"/>
                    <a:pt x="398" y="0"/>
                  </a:cubicBezTo>
                  <a:cubicBezTo>
                    <a:pt x="398" y="102"/>
                    <a:pt x="398" y="102"/>
                    <a:pt x="398" y="102"/>
                  </a:cubicBezTo>
                  <a:cubicBezTo>
                    <a:pt x="398" y="108"/>
                    <a:pt x="400" y="111"/>
                    <a:pt x="406" y="111"/>
                  </a:cubicBezTo>
                  <a:cubicBezTo>
                    <a:pt x="408" y="111"/>
                    <a:pt x="410" y="110"/>
                    <a:pt x="412" y="109"/>
                  </a:cubicBezTo>
                  <a:cubicBezTo>
                    <a:pt x="413" y="109"/>
                    <a:pt x="413" y="109"/>
                    <a:pt x="413" y="109"/>
                  </a:cubicBezTo>
                  <a:cubicBezTo>
                    <a:pt x="413" y="132"/>
                    <a:pt x="413" y="132"/>
                    <a:pt x="413" y="132"/>
                  </a:cubicBezTo>
                  <a:cubicBezTo>
                    <a:pt x="410" y="133"/>
                    <a:pt x="406" y="134"/>
                    <a:pt x="402" y="134"/>
                  </a:cubicBezTo>
                  <a:close/>
                  <a:moveTo>
                    <a:pt x="469" y="134"/>
                  </a:moveTo>
                  <a:cubicBezTo>
                    <a:pt x="440" y="134"/>
                    <a:pt x="420" y="116"/>
                    <a:pt x="420" y="85"/>
                  </a:cubicBezTo>
                  <a:cubicBezTo>
                    <a:pt x="420" y="56"/>
                    <a:pt x="440" y="36"/>
                    <a:pt x="465" y="36"/>
                  </a:cubicBezTo>
                  <a:cubicBezTo>
                    <a:pt x="494" y="36"/>
                    <a:pt x="507" y="55"/>
                    <a:pt x="507" y="83"/>
                  </a:cubicBezTo>
                  <a:cubicBezTo>
                    <a:pt x="507" y="93"/>
                    <a:pt x="507" y="93"/>
                    <a:pt x="507" y="93"/>
                  </a:cubicBezTo>
                  <a:cubicBezTo>
                    <a:pt x="448" y="93"/>
                    <a:pt x="448" y="93"/>
                    <a:pt x="448" y="93"/>
                  </a:cubicBezTo>
                  <a:cubicBezTo>
                    <a:pt x="451" y="108"/>
                    <a:pt x="462" y="112"/>
                    <a:pt x="474" y="112"/>
                  </a:cubicBezTo>
                  <a:cubicBezTo>
                    <a:pt x="484" y="112"/>
                    <a:pt x="491" y="110"/>
                    <a:pt x="500" y="104"/>
                  </a:cubicBezTo>
                  <a:cubicBezTo>
                    <a:pt x="501" y="104"/>
                    <a:pt x="501" y="104"/>
                    <a:pt x="501" y="104"/>
                  </a:cubicBezTo>
                  <a:cubicBezTo>
                    <a:pt x="501" y="126"/>
                    <a:pt x="501" y="126"/>
                    <a:pt x="501" y="126"/>
                  </a:cubicBezTo>
                  <a:cubicBezTo>
                    <a:pt x="493" y="131"/>
                    <a:pt x="482" y="134"/>
                    <a:pt x="469" y="134"/>
                  </a:cubicBezTo>
                  <a:close/>
                  <a:moveTo>
                    <a:pt x="448" y="74"/>
                  </a:moveTo>
                  <a:cubicBezTo>
                    <a:pt x="482" y="74"/>
                    <a:pt x="482" y="74"/>
                    <a:pt x="482" y="74"/>
                  </a:cubicBezTo>
                  <a:cubicBezTo>
                    <a:pt x="481" y="64"/>
                    <a:pt x="477" y="58"/>
                    <a:pt x="466" y="58"/>
                  </a:cubicBezTo>
                  <a:cubicBezTo>
                    <a:pt x="457" y="58"/>
                    <a:pt x="450" y="61"/>
                    <a:pt x="448" y="74"/>
                  </a:cubicBezTo>
                  <a:close/>
                  <a:moveTo>
                    <a:pt x="622" y="38"/>
                  </a:moveTo>
                  <a:cubicBezTo>
                    <a:pt x="642" y="38"/>
                    <a:pt x="642" y="38"/>
                    <a:pt x="642" y="38"/>
                  </a:cubicBezTo>
                  <a:cubicBezTo>
                    <a:pt x="642" y="60"/>
                    <a:pt x="642" y="60"/>
                    <a:pt x="642" y="60"/>
                  </a:cubicBezTo>
                  <a:cubicBezTo>
                    <a:pt x="622" y="60"/>
                    <a:pt x="622" y="60"/>
                    <a:pt x="622" y="60"/>
                  </a:cubicBezTo>
                  <a:cubicBezTo>
                    <a:pt x="622" y="99"/>
                    <a:pt x="622" y="99"/>
                    <a:pt x="622" y="99"/>
                  </a:cubicBezTo>
                  <a:cubicBezTo>
                    <a:pt x="622" y="107"/>
                    <a:pt x="625" y="111"/>
                    <a:pt x="633" y="111"/>
                  </a:cubicBezTo>
                  <a:cubicBezTo>
                    <a:pt x="636" y="111"/>
                    <a:pt x="639" y="110"/>
                    <a:pt x="642" y="109"/>
                  </a:cubicBezTo>
                  <a:cubicBezTo>
                    <a:pt x="642" y="109"/>
                    <a:pt x="642" y="109"/>
                    <a:pt x="642" y="109"/>
                  </a:cubicBezTo>
                  <a:cubicBezTo>
                    <a:pt x="642" y="131"/>
                    <a:pt x="642" y="131"/>
                    <a:pt x="642" y="131"/>
                  </a:cubicBezTo>
                  <a:cubicBezTo>
                    <a:pt x="639" y="132"/>
                    <a:pt x="633" y="134"/>
                    <a:pt x="625" y="134"/>
                  </a:cubicBezTo>
                  <a:cubicBezTo>
                    <a:pt x="603" y="134"/>
                    <a:pt x="594" y="124"/>
                    <a:pt x="594" y="100"/>
                  </a:cubicBezTo>
                  <a:cubicBezTo>
                    <a:pt x="594" y="60"/>
                    <a:pt x="594" y="60"/>
                    <a:pt x="594" y="60"/>
                  </a:cubicBezTo>
                  <a:cubicBezTo>
                    <a:pt x="558" y="60"/>
                    <a:pt x="558" y="60"/>
                    <a:pt x="558" y="60"/>
                  </a:cubicBezTo>
                  <a:cubicBezTo>
                    <a:pt x="558" y="99"/>
                    <a:pt x="558" y="99"/>
                    <a:pt x="558" y="99"/>
                  </a:cubicBezTo>
                  <a:cubicBezTo>
                    <a:pt x="558" y="107"/>
                    <a:pt x="561" y="111"/>
                    <a:pt x="570" y="111"/>
                  </a:cubicBezTo>
                  <a:cubicBezTo>
                    <a:pt x="572" y="111"/>
                    <a:pt x="575" y="110"/>
                    <a:pt x="578" y="109"/>
                  </a:cubicBezTo>
                  <a:cubicBezTo>
                    <a:pt x="579" y="109"/>
                    <a:pt x="579" y="109"/>
                    <a:pt x="579" y="109"/>
                  </a:cubicBezTo>
                  <a:cubicBezTo>
                    <a:pt x="579" y="131"/>
                    <a:pt x="579" y="131"/>
                    <a:pt x="579" y="131"/>
                  </a:cubicBezTo>
                  <a:cubicBezTo>
                    <a:pt x="575" y="132"/>
                    <a:pt x="570" y="134"/>
                    <a:pt x="562" y="134"/>
                  </a:cubicBezTo>
                  <a:cubicBezTo>
                    <a:pt x="539" y="134"/>
                    <a:pt x="530" y="124"/>
                    <a:pt x="530" y="100"/>
                  </a:cubicBezTo>
                  <a:cubicBezTo>
                    <a:pt x="530" y="60"/>
                    <a:pt x="530" y="60"/>
                    <a:pt x="530" y="60"/>
                  </a:cubicBezTo>
                  <a:cubicBezTo>
                    <a:pt x="516" y="60"/>
                    <a:pt x="516" y="60"/>
                    <a:pt x="516" y="60"/>
                  </a:cubicBezTo>
                  <a:cubicBezTo>
                    <a:pt x="516" y="38"/>
                    <a:pt x="516" y="38"/>
                    <a:pt x="516" y="38"/>
                  </a:cubicBezTo>
                  <a:cubicBezTo>
                    <a:pt x="530" y="38"/>
                    <a:pt x="530" y="38"/>
                    <a:pt x="530" y="38"/>
                  </a:cubicBezTo>
                  <a:cubicBezTo>
                    <a:pt x="530" y="12"/>
                    <a:pt x="530" y="12"/>
                    <a:pt x="530" y="12"/>
                  </a:cubicBezTo>
                  <a:cubicBezTo>
                    <a:pt x="558" y="12"/>
                    <a:pt x="558" y="12"/>
                    <a:pt x="558" y="12"/>
                  </a:cubicBezTo>
                  <a:cubicBezTo>
                    <a:pt x="558" y="38"/>
                    <a:pt x="558" y="38"/>
                    <a:pt x="558" y="38"/>
                  </a:cubicBezTo>
                  <a:cubicBezTo>
                    <a:pt x="594" y="38"/>
                    <a:pt x="594" y="38"/>
                    <a:pt x="594" y="38"/>
                  </a:cubicBezTo>
                  <a:cubicBezTo>
                    <a:pt x="594" y="12"/>
                    <a:pt x="594" y="12"/>
                    <a:pt x="594" y="12"/>
                  </a:cubicBezTo>
                  <a:cubicBezTo>
                    <a:pt x="622" y="12"/>
                    <a:pt x="622" y="12"/>
                    <a:pt x="622" y="12"/>
                  </a:cubicBezTo>
                  <a:cubicBezTo>
                    <a:pt x="622" y="38"/>
                    <a:pt x="622" y="38"/>
                    <a:pt x="622" y="38"/>
                  </a:cubicBezTo>
                  <a:close/>
                  <a:moveTo>
                    <a:pt x="787" y="45"/>
                  </a:moveTo>
                  <a:cubicBezTo>
                    <a:pt x="787" y="73"/>
                    <a:pt x="768" y="89"/>
                    <a:pt x="738" y="89"/>
                  </a:cubicBezTo>
                  <a:cubicBezTo>
                    <a:pt x="718" y="89"/>
                    <a:pt x="718" y="89"/>
                    <a:pt x="718" y="89"/>
                  </a:cubicBezTo>
                  <a:cubicBezTo>
                    <a:pt x="718" y="132"/>
                    <a:pt x="718" y="132"/>
                    <a:pt x="718" y="132"/>
                  </a:cubicBezTo>
                  <a:cubicBezTo>
                    <a:pt x="689" y="132"/>
                    <a:pt x="689" y="132"/>
                    <a:pt x="689" y="132"/>
                  </a:cubicBezTo>
                  <a:cubicBezTo>
                    <a:pt x="689" y="0"/>
                    <a:pt x="689" y="0"/>
                    <a:pt x="689" y="0"/>
                  </a:cubicBezTo>
                  <a:cubicBezTo>
                    <a:pt x="738" y="0"/>
                    <a:pt x="738" y="0"/>
                    <a:pt x="738" y="0"/>
                  </a:cubicBezTo>
                  <a:cubicBezTo>
                    <a:pt x="768" y="0"/>
                    <a:pt x="787" y="16"/>
                    <a:pt x="787" y="45"/>
                  </a:cubicBezTo>
                  <a:close/>
                  <a:moveTo>
                    <a:pt x="736" y="65"/>
                  </a:moveTo>
                  <a:cubicBezTo>
                    <a:pt x="751" y="65"/>
                    <a:pt x="758" y="57"/>
                    <a:pt x="758" y="45"/>
                  </a:cubicBezTo>
                  <a:cubicBezTo>
                    <a:pt x="758" y="33"/>
                    <a:pt x="751" y="24"/>
                    <a:pt x="736" y="24"/>
                  </a:cubicBezTo>
                  <a:cubicBezTo>
                    <a:pt x="718" y="24"/>
                    <a:pt x="718" y="24"/>
                    <a:pt x="718" y="24"/>
                  </a:cubicBezTo>
                  <a:cubicBezTo>
                    <a:pt x="718" y="65"/>
                    <a:pt x="718" y="65"/>
                    <a:pt x="718" y="65"/>
                  </a:cubicBezTo>
                  <a:lnTo>
                    <a:pt x="736" y="65"/>
                  </a:lnTo>
                  <a:close/>
                  <a:moveTo>
                    <a:pt x="849" y="123"/>
                  </a:moveTo>
                  <a:cubicBezTo>
                    <a:pt x="843" y="130"/>
                    <a:pt x="834" y="134"/>
                    <a:pt x="824" y="134"/>
                  </a:cubicBezTo>
                  <a:cubicBezTo>
                    <a:pt x="806" y="134"/>
                    <a:pt x="791" y="122"/>
                    <a:pt x="791" y="103"/>
                  </a:cubicBezTo>
                  <a:cubicBezTo>
                    <a:pt x="791" y="84"/>
                    <a:pt x="806" y="72"/>
                    <a:pt x="827" y="72"/>
                  </a:cubicBezTo>
                  <a:cubicBezTo>
                    <a:pt x="834" y="72"/>
                    <a:pt x="841" y="73"/>
                    <a:pt x="848" y="75"/>
                  </a:cubicBezTo>
                  <a:cubicBezTo>
                    <a:pt x="848" y="73"/>
                    <a:pt x="848" y="73"/>
                    <a:pt x="848" y="73"/>
                  </a:cubicBezTo>
                  <a:cubicBezTo>
                    <a:pt x="848" y="63"/>
                    <a:pt x="842" y="59"/>
                    <a:pt x="827" y="59"/>
                  </a:cubicBezTo>
                  <a:cubicBezTo>
                    <a:pt x="818" y="59"/>
                    <a:pt x="809" y="62"/>
                    <a:pt x="801" y="66"/>
                  </a:cubicBezTo>
                  <a:cubicBezTo>
                    <a:pt x="800" y="66"/>
                    <a:pt x="800" y="66"/>
                    <a:pt x="800" y="66"/>
                  </a:cubicBezTo>
                  <a:cubicBezTo>
                    <a:pt x="800" y="44"/>
                    <a:pt x="800" y="44"/>
                    <a:pt x="800" y="44"/>
                  </a:cubicBezTo>
                  <a:cubicBezTo>
                    <a:pt x="807" y="40"/>
                    <a:pt x="820" y="36"/>
                    <a:pt x="832" y="36"/>
                  </a:cubicBezTo>
                  <a:cubicBezTo>
                    <a:pt x="860" y="36"/>
                    <a:pt x="876" y="49"/>
                    <a:pt x="876" y="73"/>
                  </a:cubicBezTo>
                  <a:cubicBezTo>
                    <a:pt x="876" y="132"/>
                    <a:pt x="876" y="132"/>
                    <a:pt x="876" y="132"/>
                  </a:cubicBezTo>
                  <a:cubicBezTo>
                    <a:pt x="849" y="132"/>
                    <a:pt x="849" y="132"/>
                    <a:pt x="849" y="132"/>
                  </a:cubicBezTo>
                  <a:cubicBezTo>
                    <a:pt x="849" y="123"/>
                    <a:pt x="849" y="123"/>
                    <a:pt x="849" y="123"/>
                  </a:cubicBezTo>
                  <a:close/>
                  <a:moveTo>
                    <a:pt x="848" y="102"/>
                  </a:moveTo>
                  <a:cubicBezTo>
                    <a:pt x="848" y="94"/>
                    <a:pt x="848" y="94"/>
                    <a:pt x="848" y="94"/>
                  </a:cubicBezTo>
                  <a:cubicBezTo>
                    <a:pt x="844" y="92"/>
                    <a:pt x="838" y="91"/>
                    <a:pt x="833" y="91"/>
                  </a:cubicBezTo>
                  <a:cubicBezTo>
                    <a:pt x="823" y="91"/>
                    <a:pt x="818" y="95"/>
                    <a:pt x="818" y="102"/>
                  </a:cubicBezTo>
                  <a:cubicBezTo>
                    <a:pt x="818" y="110"/>
                    <a:pt x="823" y="113"/>
                    <a:pt x="832" y="113"/>
                  </a:cubicBezTo>
                  <a:cubicBezTo>
                    <a:pt x="839" y="113"/>
                    <a:pt x="845" y="109"/>
                    <a:pt x="848" y="102"/>
                  </a:cubicBezTo>
                  <a:close/>
                  <a:moveTo>
                    <a:pt x="890" y="85"/>
                  </a:moveTo>
                  <a:cubicBezTo>
                    <a:pt x="890" y="55"/>
                    <a:pt x="911" y="36"/>
                    <a:pt x="939" y="36"/>
                  </a:cubicBezTo>
                  <a:cubicBezTo>
                    <a:pt x="949" y="36"/>
                    <a:pt x="958" y="38"/>
                    <a:pt x="965" y="43"/>
                  </a:cubicBezTo>
                  <a:cubicBezTo>
                    <a:pt x="965" y="67"/>
                    <a:pt x="965" y="67"/>
                    <a:pt x="965" y="67"/>
                  </a:cubicBezTo>
                  <a:cubicBezTo>
                    <a:pt x="964" y="67"/>
                    <a:pt x="964" y="67"/>
                    <a:pt x="964" y="67"/>
                  </a:cubicBezTo>
                  <a:cubicBezTo>
                    <a:pt x="958" y="62"/>
                    <a:pt x="951" y="60"/>
                    <a:pt x="943" y="60"/>
                  </a:cubicBezTo>
                  <a:cubicBezTo>
                    <a:pt x="929" y="60"/>
                    <a:pt x="918" y="69"/>
                    <a:pt x="918" y="85"/>
                  </a:cubicBezTo>
                  <a:cubicBezTo>
                    <a:pt x="918" y="101"/>
                    <a:pt x="929" y="110"/>
                    <a:pt x="943" y="110"/>
                  </a:cubicBezTo>
                  <a:cubicBezTo>
                    <a:pt x="951" y="110"/>
                    <a:pt x="958" y="108"/>
                    <a:pt x="964" y="103"/>
                  </a:cubicBezTo>
                  <a:cubicBezTo>
                    <a:pt x="965" y="103"/>
                    <a:pt x="965" y="103"/>
                    <a:pt x="965" y="103"/>
                  </a:cubicBezTo>
                  <a:cubicBezTo>
                    <a:pt x="965" y="127"/>
                    <a:pt x="965" y="127"/>
                    <a:pt x="965" y="127"/>
                  </a:cubicBezTo>
                  <a:cubicBezTo>
                    <a:pt x="958" y="132"/>
                    <a:pt x="949" y="134"/>
                    <a:pt x="939" y="134"/>
                  </a:cubicBezTo>
                  <a:cubicBezTo>
                    <a:pt x="911" y="134"/>
                    <a:pt x="890" y="115"/>
                    <a:pt x="890" y="85"/>
                  </a:cubicBezTo>
                  <a:close/>
                  <a:moveTo>
                    <a:pt x="1010" y="89"/>
                  </a:moveTo>
                  <a:cubicBezTo>
                    <a:pt x="1010" y="132"/>
                    <a:pt x="1010" y="132"/>
                    <a:pt x="1010" y="132"/>
                  </a:cubicBezTo>
                  <a:cubicBezTo>
                    <a:pt x="983" y="132"/>
                    <a:pt x="983" y="132"/>
                    <a:pt x="983" y="132"/>
                  </a:cubicBezTo>
                  <a:cubicBezTo>
                    <a:pt x="983" y="0"/>
                    <a:pt x="983" y="0"/>
                    <a:pt x="983" y="0"/>
                  </a:cubicBezTo>
                  <a:cubicBezTo>
                    <a:pt x="1010" y="0"/>
                    <a:pt x="1010" y="0"/>
                    <a:pt x="1010" y="0"/>
                  </a:cubicBezTo>
                  <a:cubicBezTo>
                    <a:pt x="1010" y="75"/>
                    <a:pt x="1010" y="75"/>
                    <a:pt x="1010" y="75"/>
                  </a:cubicBezTo>
                  <a:cubicBezTo>
                    <a:pt x="1039" y="38"/>
                    <a:pt x="1039" y="38"/>
                    <a:pt x="1039" y="38"/>
                  </a:cubicBezTo>
                  <a:cubicBezTo>
                    <a:pt x="1070" y="38"/>
                    <a:pt x="1070" y="38"/>
                    <a:pt x="1070" y="38"/>
                  </a:cubicBezTo>
                  <a:cubicBezTo>
                    <a:pt x="1070" y="39"/>
                    <a:pt x="1070" y="39"/>
                    <a:pt x="1070" y="39"/>
                  </a:cubicBezTo>
                  <a:cubicBezTo>
                    <a:pt x="1036" y="82"/>
                    <a:pt x="1036" y="82"/>
                    <a:pt x="1036" y="82"/>
                  </a:cubicBezTo>
                  <a:cubicBezTo>
                    <a:pt x="1070" y="131"/>
                    <a:pt x="1070" y="131"/>
                    <a:pt x="1070" y="131"/>
                  </a:cubicBezTo>
                  <a:cubicBezTo>
                    <a:pt x="1070" y="132"/>
                    <a:pt x="1070" y="132"/>
                    <a:pt x="1070" y="132"/>
                  </a:cubicBezTo>
                  <a:cubicBezTo>
                    <a:pt x="1038" y="132"/>
                    <a:pt x="1038" y="132"/>
                    <a:pt x="1038" y="132"/>
                  </a:cubicBezTo>
                  <a:lnTo>
                    <a:pt x="1010" y="89"/>
                  </a:lnTo>
                  <a:close/>
                  <a:moveTo>
                    <a:pt x="1133" y="123"/>
                  </a:moveTo>
                  <a:cubicBezTo>
                    <a:pt x="1127" y="130"/>
                    <a:pt x="1118" y="134"/>
                    <a:pt x="1108" y="134"/>
                  </a:cubicBezTo>
                  <a:cubicBezTo>
                    <a:pt x="1090" y="134"/>
                    <a:pt x="1075" y="122"/>
                    <a:pt x="1075" y="103"/>
                  </a:cubicBezTo>
                  <a:cubicBezTo>
                    <a:pt x="1075" y="84"/>
                    <a:pt x="1090" y="72"/>
                    <a:pt x="1112" y="72"/>
                  </a:cubicBezTo>
                  <a:cubicBezTo>
                    <a:pt x="1118" y="72"/>
                    <a:pt x="1125" y="73"/>
                    <a:pt x="1133" y="75"/>
                  </a:cubicBezTo>
                  <a:cubicBezTo>
                    <a:pt x="1133" y="73"/>
                    <a:pt x="1133" y="73"/>
                    <a:pt x="1133" y="73"/>
                  </a:cubicBezTo>
                  <a:cubicBezTo>
                    <a:pt x="1133" y="63"/>
                    <a:pt x="1127" y="59"/>
                    <a:pt x="1112" y="59"/>
                  </a:cubicBezTo>
                  <a:cubicBezTo>
                    <a:pt x="1102" y="59"/>
                    <a:pt x="1093" y="62"/>
                    <a:pt x="1086" y="66"/>
                  </a:cubicBezTo>
                  <a:cubicBezTo>
                    <a:pt x="1084" y="66"/>
                    <a:pt x="1084" y="66"/>
                    <a:pt x="1084" y="66"/>
                  </a:cubicBezTo>
                  <a:cubicBezTo>
                    <a:pt x="1084" y="44"/>
                    <a:pt x="1084" y="44"/>
                    <a:pt x="1084" y="44"/>
                  </a:cubicBezTo>
                  <a:cubicBezTo>
                    <a:pt x="1092" y="40"/>
                    <a:pt x="1104" y="36"/>
                    <a:pt x="1117" y="36"/>
                  </a:cubicBezTo>
                  <a:cubicBezTo>
                    <a:pt x="1145" y="36"/>
                    <a:pt x="1160" y="49"/>
                    <a:pt x="1160" y="73"/>
                  </a:cubicBezTo>
                  <a:cubicBezTo>
                    <a:pt x="1160" y="132"/>
                    <a:pt x="1160" y="132"/>
                    <a:pt x="1160" y="132"/>
                  </a:cubicBezTo>
                  <a:cubicBezTo>
                    <a:pt x="1133" y="132"/>
                    <a:pt x="1133" y="132"/>
                    <a:pt x="1133" y="132"/>
                  </a:cubicBezTo>
                  <a:cubicBezTo>
                    <a:pt x="1133" y="123"/>
                    <a:pt x="1133" y="123"/>
                    <a:pt x="1133" y="123"/>
                  </a:cubicBezTo>
                  <a:close/>
                  <a:moveTo>
                    <a:pt x="1133" y="102"/>
                  </a:moveTo>
                  <a:cubicBezTo>
                    <a:pt x="1133" y="94"/>
                    <a:pt x="1133" y="94"/>
                    <a:pt x="1133" y="94"/>
                  </a:cubicBezTo>
                  <a:cubicBezTo>
                    <a:pt x="1128" y="92"/>
                    <a:pt x="1123" y="91"/>
                    <a:pt x="1117" y="91"/>
                  </a:cubicBezTo>
                  <a:cubicBezTo>
                    <a:pt x="1108" y="91"/>
                    <a:pt x="1103" y="95"/>
                    <a:pt x="1103" y="102"/>
                  </a:cubicBezTo>
                  <a:cubicBezTo>
                    <a:pt x="1103" y="110"/>
                    <a:pt x="1108" y="113"/>
                    <a:pt x="1116" y="113"/>
                  </a:cubicBezTo>
                  <a:cubicBezTo>
                    <a:pt x="1124" y="113"/>
                    <a:pt x="1130" y="109"/>
                    <a:pt x="1133" y="102"/>
                  </a:cubicBezTo>
                  <a:close/>
                  <a:moveTo>
                    <a:pt x="1207" y="53"/>
                  </a:moveTo>
                  <a:cubicBezTo>
                    <a:pt x="1212" y="43"/>
                    <a:pt x="1220" y="37"/>
                    <a:pt x="1230" y="37"/>
                  </a:cubicBezTo>
                  <a:cubicBezTo>
                    <a:pt x="1234" y="37"/>
                    <a:pt x="1238" y="38"/>
                    <a:pt x="1239" y="39"/>
                  </a:cubicBezTo>
                  <a:cubicBezTo>
                    <a:pt x="1239" y="65"/>
                    <a:pt x="1239" y="65"/>
                    <a:pt x="1239" y="65"/>
                  </a:cubicBezTo>
                  <a:cubicBezTo>
                    <a:pt x="1238" y="65"/>
                    <a:pt x="1238" y="65"/>
                    <a:pt x="1238" y="65"/>
                  </a:cubicBezTo>
                  <a:cubicBezTo>
                    <a:pt x="1235" y="64"/>
                    <a:pt x="1231" y="63"/>
                    <a:pt x="1226" y="63"/>
                  </a:cubicBezTo>
                  <a:cubicBezTo>
                    <a:pt x="1217" y="63"/>
                    <a:pt x="1210" y="68"/>
                    <a:pt x="1208" y="78"/>
                  </a:cubicBezTo>
                  <a:cubicBezTo>
                    <a:pt x="1208" y="132"/>
                    <a:pt x="1208" y="132"/>
                    <a:pt x="1208" y="132"/>
                  </a:cubicBezTo>
                  <a:cubicBezTo>
                    <a:pt x="1180" y="132"/>
                    <a:pt x="1180" y="132"/>
                    <a:pt x="1180" y="132"/>
                  </a:cubicBezTo>
                  <a:cubicBezTo>
                    <a:pt x="1180" y="38"/>
                    <a:pt x="1180" y="38"/>
                    <a:pt x="1180" y="38"/>
                  </a:cubicBezTo>
                  <a:cubicBezTo>
                    <a:pt x="1207" y="38"/>
                    <a:pt x="1207" y="38"/>
                    <a:pt x="1207" y="38"/>
                  </a:cubicBezTo>
                  <a:cubicBezTo>
                    <a:pt x="1207" y="53"/>
                    <a:pt x="1207" y="53"/>
                    <a:pt x="1207" y="53"/>
                  </a:cubicBezTo>
                  <a:close/>
                  <a:moveTo>
                    <a:pt x="1314" y="122"/>
                  </a:moveTo>
                  <a:cubicBezTo>
                    <a:pt x="1308" y="130"/>
                    <a:pt x="1298" y="134"/>
                    <a:pt x="1286" y="134"/>
                  </a:cubicBezTo>
                  <a:cubicBezTo>
                    <a:pt x="1262" y="134"/>
                    <a:pt x="1246" y="112"/>
                    <a:pt x="1246" y="85"/>
                  </a:cubicBezTo>
                  <a:cubicBezTo>
                    <a:pt x="1246" y="58"/>
                    <a:pt x="1262" y="36"/>
                    <a:pt x="1286" y="36"/>
                  </a:cubicBezTo>
                  <a:cubicBezTo>
                    <a:pt x="1298" y="36"/>
                    <a:pt x="1307" y="40"/>
                    <a:pt x="1313" y="47"/>
                  </a:cubicBezTo>
                  <a:cubicBezTo>
                    <a:pt x="1313" y="0"/>
                    <a:pt x="1313" y="0"/>
                    <a:pt x="1313" y="0"/>
                  </a:cubicBezTo>
                  <a:cubicBezTo>
                    <a:pt x="1341" y="0"/>
                    <a:pt x="1341" y="0"/>
                    <a:pt x="1341" y="0"/>
                  </a:cubicBezTo>
                  <a:cubicBezTo>
                    <a:pt x="1341" y="132"/>
                    <a:pt x="1341" y="132"/>
                    <a:pt x="1341" y="132"/>
                  </a:cubicBezTo>
                  <a:cubicBezTo>
                    <a:pt x="1314" y="132"/>
                    <a:pt x="1314" y="132"/>
                    <a:pt x="1314" y="132"/>
                  </a:cubicBezTo>
                  <a:cubicBezTo>
                    <a:pt x="1314" y="122"/>
                    <a:pt x="1314" y="122"/>
                    <a:pt x="1314" y="122"/>
                  </a:cubicBezTo>
                  <a:close/>
                  <a:moveTo>
                    <a:pt x="1313" y="100"/>
                  </a:moveTo>
                  <a:cubicBezTo>
                    <a:pt x="1313" y="70"/>
                    <a:pt x="1313" y="70"/>
                    <a:pt x="1313" y="70"/>
                  </a:cubicBezTo>
                  <a:cubicBezTo>
                    <a:pt x="1308" y="63"/>
                    <a:pt x="1302" y="60"/>
                    <a:pt x="1295" y="60"/>
                  </a:cubicBezTo>
                  <a:cubicBezTo>
                    <a:pt x="1283" y="60"/>
                    <a:pt x="1275" y="69"/>
                    <a:pt x="1275" y="85"/>
                  </a:cubicBezTo>
                  <a:cubicBezTo>
                    <a:pt x="1275" y="101"/>
                    <a:pt x="1283" y="110"/>
                    <a:pt x="1295" y="110"/>
                  </a:cubicBezTo>
                  <a:cubicBezTo>
                    <a:pt x="1302" y="110"/>
                    <a:pt x="1308" y="107"/>
                    <a:pt x="1313" y="100"/>
                  </a:cubicBezTo>
                  <a:close/>
                  <a:moveTo>
                    <a:pt x="0" y="175"/>
                  </a:moveTo>
                  <a:cubicBezTo>
                    <a:pt x="81" y="175"/>
                    <a:pt x="81" y="175"/>
                    <a:pt x="81" y="175"/>
                  </a:cubicBezTo>
                  <a:cubicBezTo>
                    <a:pt x="81" y="191"/>
                    <a:pt x="81" y="191"/>
                    <a:pt x="81" y="191"/>
                  </a:cubicBezTo>
                  <a:cubicBezTo>
                    <a:pt x="18" y="191"/>
                    <a:pt x="18" y="191"/>
                    <a:pt x="18" y="191"/>
                  </a:cubicBezTo>
                  <a:cubicBezTo>
                    <a:pt x="18" y="231"/>
                    <a:pt x="18" y="231"/>
                    <a:pt x="18" y="231"/>
                  </a:cubicBezTo>
                  <a:cubicBezTo>
                    <a:pt x="75" y="231"/>
                    <a:pt x="75" y="231"/>
                    <a:pt x="75" y="231"/>
                  </a:cubicBezTo>
                  <a:cubicBezTo>
                    <a:pt x="75" y="247"/>
                    <a:pt x="75" y="247"/>
                    <a:pt x="75" y="247"/>
                  </a:cubicBezTo>
                  <a:cubicBezTo>
                    <a:pt x="18" y="247"/>
                    <a:pt x="18" y="247"/>
                    <a:pt x="18" y="247"/>
                  </a:cubicBezTo>
                  <a:cubicBezTo>
                    <a:pt x="18" y="291"/>
                    <a:pt x="18" y="291"/>
                    <a:pt x="18" y="291"/>
                  </a:cubicBezTo>
                  <a:cubicBezTo>
                    <a:pt x="81" y="291"/>
                    <a:pt x="81" y="291"/>
                    <a:pt x="81" y="291"/>
                  </a:cubicBezTo>
                  <a:cubicBezTo>
                    <a:pt x="81" y="307"/>
                    <a:pt x="81" y="307"/>
                    <a:pt x="81" y="307"/>
                  </a:cubicBezTo>
                  <a:cubicBezTo>
                    <a:pt x="0" y="307"/>
                    <a:pt x="0" y="307"/>
                    <a:pt x="0" y="307"/>
                  </a:cubicBezTo>
                  <a:lnTo>
                    <a:pt x="0" y="175"/>
                  </a:lnTo>
                  <a:close/>
                  <a:moveTo>
                    <a:pt x="149" y="212"/>
                  </a:moveTo>
                  <a:cubicBezTo>
                    <a:pt x="169" y="212"/>
                    <a:pt x="181" y="226"/>
                    <a:pt x="181" y="248"/>
                  </a:cubicBezTo>
                  <a:cubicBezTo>
                    <a:pt x="181" y="307"/>
                    <a:pt x="181" y="307"/>
                    <a:pt x="181" y="307"/>
                  </a:cubicBezTo>
                  <a:cubicBezTo>
                    <a:pt x="164" y="307"/>
                    <a:pt x="164" y="307"/>
                    <a:pt x="164" y="307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4" y="237"/>
                    <a:pt x="157" y="228"/>
                    <a:pt x="144" y="228"/>
                  </a:cubicBezTo>
                  <a:cubicBezTo>
                    <a:pt x="133" y="228"/>
                    <a:pt x="124" y="235"/>
                    <a:pt x="121" y="245"/>
                  </a:cubicBezTo>
                  <a:cubicBezTo>
                    <a:pt x="121" y="307"/>
                    <a:pt x="121" y="307"/>
                    <a:pt x="121" y="307"/>
                  </a:cubicBezTo>
                  <a:cubicBezTo>
                    <a:pt x="103" y="307"/>
                    <a:pt x="103" y="307"/>
                    <a:pt x="103" y="307"/>
                  </a:cubicBezTo>
                  <a:cubicBezTo>
                    <a:pt x="103" y="214"/>
                    <a:pt x="103" y="214"/>
                    <a:pt x="103" y="214"/>
                  </a:cubicBezTo>
                  <a:cubicBezTo>
                    <a:pt x="121" y="214"/>
                    <a:pt x="121" y="214"/>
                    <a:pt x="121" y="214"/>
                  </a:cubicBezTo>
                  <a:cubicBezTo>
                    <a:pt x="121" y="227"/>
                    <a:pt x="121" y="227"/>
                    <a:pt x="121" y="227"/>
                  </a:cubicBezTo>
                  <a:cubicBezTo>
                    <a:pt x="126" y="219"/>
                    <a:pt x="136" y="212"/>
                    <a:pt x="149" y="212"/>
                  </a:cubicBezTo>
                  <a:close/>
                  <a:moveTo>
                    <a:pt x="228" y="214"/>
                  </a:moveTo>
                  <a:cubicBezTo>
                    <a:pt x="252" y="214"/>
                    <a:pt x="252" y="214"/>
                    <a:pt x="252" y="214"/>
                  </a:cubicBezTo>
                  <a:cubicBezTo>
                    <a:pt x="252" y="229"/>
                    <a:pt x="252" y="229"/>
                    <a:pt x="252" y="229"/>
                  </a:cubicBezTo>
                  <a:cubicBezTo>
                    <a:pt x="228" y="229"/>
                    <a:pt x="228" y="229"/>
                    <a:pt x="228" y="229"/>
                  </a:cubicBezTo>
                  <a:cubicBezTo>
                    <a:pt x="228" y="279"/>
                    <a:pt x="228" y="279"/>
                    <a:pt x="228" y="279"/>
                  </a:cubicBezTo>
                  <a:cubicBezTo>
                    <a:pt x="228" y="289"/>
                    <a:pt x="234" y="293"/>
                    <a:pt x="243" y="293"/>
                  </a:cubicBezTo>
                  <a:cubicBezTo>
                    <a:pt x="246" y="293"/>
                    <a:pt x="249" y="293"/>
                    <a:pt x="251" y="292"/>
                  </a:cubicBezTo>
                  <a:cubicBezTo>
                    <a:pt x="252" y="292"/>
                    <a:pt x="252" y="292"/>
                    <a:pt x="252" y="292"/>
                  </a:cubicBezTo>
                  <a:cubicBezTo>
                    <a:pt x="252" y="307"/>
                    <a:pt x="252" y="307"/>
                    <a:pt x="252" y="307"/>
                  </a:cubicBezTo>
                  <a:cubicBezTo>
                    <a:pt x="249" y="308"/>
                    <a:pt x="246" y="309"/>
                    <a:pt x="241" y="309"/>
                  </a:cubicBezTo>
                  <a:cubicBezTo>
                    <a:pt x="219" y="309"/>
                    <a:pt x="211" y="299"/>
                    <a:pt x="211" y="281"/>
                  </a:cubicBezTo>
                  <a:cubicBezTo>
                    <a:pt x="211" y="229"/>
                    <a:pt x="211" y="229"/>
                    <a:pt x="211" y="229"/>
                  </a:cubicBezTo>
                  <a:cubicBezTo>
                    <a:pt x="195" y="229"/>
                    <a:pt x="195" y="229"/>
                    <a:pt x="195" y="229"/>
                  </a:cubicBezTo>
                  <a:cubicBezTo>
                    <a:pt x="195" y="214"/>
                    <a:pt x="195" y="214"/>
                    <a:pt x="195" y="214"/>
                  </a:cubicBezTo>
                  <a:cubicBezTo>
                    <a:pt x="211" y="214"/>
                    <a:pt x="211" y="214"/>
                    <a:pt x="211" y="214"/>
                  </a:cubicBezTo>
                  <a:cubicBezTo>
                    <a:pt x="211" y="189"/>
                    <a:pt x="211" y="189"/>
                    <a:pt x="211" y="189"/>
                  </a:cubicBezTo>
                  <a:cubicBezTo>
                    <a:pt x="228" y="189"/>
                    <a:pt x="228" y="189"/>
                    <a:pt x="228" y="189"/>
                  </a:cubicBezTo>
                  <a:lnTo>
                    <a:pt x="228" y="214"/>
                  </a:lnTo>
                  <a:close/>
                  <a:moveTo>
                    <a:pt x="309" y="309"/>
                  </a:moveTo>
                  <a:cubicBezTo>
                    <a:pt x="282" y="309"/>
                    <a:pt x="263" y="290"/>
                    <a:pt x="263" y="261"/>
                  </a:cubicBezTo>
                  <a:cubicBezTo>
                    <a:pt x="263" y="232"/>
                    <a:pt x="280" y="212"/>
                    <a:pt x="305" y="212"/>
                  </a:cubicBezTo>
                  <a:cubicBezTo>
                    <a:pt x="331" y="212"/>
                    <a:pt x="344" y="230"/>
                    <a:pt x="344" y="258"/>
                  </a:cubicBezTo>
                  <a:cubicBezTo>
                    <a:pt x="344" y="266"/>
                    <a:pt x="344" y="266"/>
                    <a:pt x="344" y="266"/>
                  </a:cubicBezTo>
                  <a:cubicBezTo>
                    <a:pt x="281" y="266"/>
                    <a:pt x="281" y="266"/>
                    <a:pt x="281" y="266"/>
                  </a:cubicBezTo>
                  <a:cubicBezTo>
                    <a:pt x="282" y="284"/>
                    <a:pt x="295" y="293"/>
                    <a:pt x="311" y="293"/>
                  </a:cubicBezTo>
                  <a:cubicBezTo>
                    <a:pt x="321" y="293"/>
                    <a:pt x="329" y="291"/>
                    <a:pt x="337" y="285"/>
                  </a:cubicBezTo>
                  <a:cubicBezTo>
                    <a:pt x="338" y="285"/>
                    <a:pt x="338" y="285"/>
                    <a:pt x="338" y="285"/>
                  </a:cubicBezTo>
                  <a:cubicBezTo>
                    <a:pt x="338" y="300"/>
                    <a:pt x="338" y="300"/>
                    <a:pt x="338" y="300"/>
                  </a:cubicBezTo>
                  <a:cubicBezTo>
                    <a:pt x="330" y="306"/>
                    <a:pt x="320" y="309"/>
                    <a:pt x="309" y="309"/>
                  </a:cubicBezTo>
                  <a:close/>
                  <a:moveTo>
                    <a:pt x="281" y="251"/>
                  </a:moveTo>
                  <a:cubicBezTo>
                    <a:pt x="327" y="251"/>
                    <a:pt x="327" y="251"/>
                    <a:pt x="327" y="251"/>
                  </a:cubicBezTo>
                  <a:cubicBezTo>
                    <a:pt x="327" y="237"/>
                    <a:pt x="320" y="227"/>
                    <a:pt x="306" y="227"/>
                  </a:cubicBezTo>
                  <a:cubicBezTo>
                    <a:pt x="292" y="227"/>
                    <a:pt x="284" y="237"/>
                    <a:pt x="281" y="251"/>
                  </a:cubicBezTo>
                  <a:close/>
                  <a:moveTo>
                    <a:pt x="382" y="228"/>
                  </a:moveTo>
                  <a:cubicBezTo>
                    <a:pt x="386" y="218"/>
                    <a:pt x="395" y="212"/>
                    <a:pt x="405" y="212"/>
                  </a:cubicBezTo>
                  <a:cubicBezTo>
                    <a:pt x="409" y="212"/>
                    <a:pt x="413" y="213"/>
                    <a:pt x="414" y="214"/>
                  </a:cubicBezTo>
                  <a:cubicBezTo>
                    <a:pt x="414" y="231"/>
                    <a:pt x="414" y="231"/>
                    <a:pt x="414" y="231"/>
                  </a:cubicBezTo>
                  <a:cubicBezTo>
                    <a:pt x="414" y="231"/>
                    <a:pt x="414" y="231"/>
                    <a:pt x="414" y="231"/>
                  </a:cubicBezTo>
                  <a:cubicBezTo>
                    <a:pt x="411" y="230"/>
                    <a:pt x="407" y="229"/>
                    <a:pt x="403" y="229"/>
                  </a:cubicBezTo>
                  <a:cubicBezTo>
                    <a:pt x="393" y="229"/>
                    <a:pt x="385" y="236"/>
                    <a:pt x="382" y="246"/>
                  </a:cubicBezTo>
                  <a:cubicBezTo>
                    <a:pt x="382" y="307"/>
                    <a:pt x="382" y="307"/>
                    <a:pt x="382" y="307"/>
                  </a:cubicBezTo>
                  <a:cubicBezTo>
                    <a:pt x="365" y="307"/>
                    <a:pt x="365" y="307"/>
                    <a:pt x="365" y="307"/>
                  </a:cubicBezTo>
                  <a:cubicBezTo>
                    <a:pt x="365" y="214"/>
                    <a:pt x="365" y="214"/>
                    <a:pt x="365" y="214"/>
                  </a:cubicBezTo>
                  <a:cubicBezTo>
                    <a:pt x="382" y="214"/>
                    <a:pt x="382" y="214"/>
                    <a:pt x="382" y="214"/>
                  </a:cubicBezTo>
                  <a:cubicBezTo>
                    <a:pt x="382" y="228"/>
                    <a:pt x="382" y="228"/>
                    <a:pt x="382" y="228"/>
                  </a:cubicBezTo>
                  <a:close/>
                  <a:moveTo>
                    <a:pt x="474" y="212"/>
                  </a:moveTo>
                  <a:cubicBezTo>
                    <a:pt x="502" y="212"/>
                    <a:pt x="516" y="235"/>
                    <a:pt x="516" y="260"/>
                  </a:cubicBezTo>
                  <a:cubicBezTo>
                    <a:pt x="516" y="286"/>
                    <a:pt x="502" y="309"/>
                    <a:pt x="474" y="309"/>
                  </a:cubicBezTo>
                  <a:cubicBezTo>
                    <a:pt x="463" y="309"/>
                    <a:pt x="453" y="303"/>
                    <a:pt x="448" y="296"/>
                  </a:cubicBezTo>
                  <a:cubicBezTo>
                    <a:pt x="448" y="342"/>
                    <a:pt x="448" y="342"/>
                    <a:pt x="448" y="342"/>
                  </a:cubicBezTo>
                  <a:cubicBezTo>
                    <a:pt x="430" y="342"/>
                    <a:pt x="430" y="342"/>
                    <a:pt x="430" y="342"/>
                  </a:cubicBezTo>
                  <a:cubicBezTo>
                    <a:pt x="430" y="214"/>
                    <a:pt x="430" y="214"/>
                    <a:pt x="430" y="214"/>
                  </a:cubicBezTo>
                  <a:cubicBezTo>
                    <a:pt x="448" y="214"/>
                    <a:pt x="448" y="214"/>
                    <a:pt x="448" y="214"/>
                  </a:cubicBezTo>
                  <a:cubicBezTo>
                    <a:pt x="448" y="224"/>
                    <a:pt x="448" y="224"/>
                    <a:pt x="448" y="224"/>
                  </a:cubicBezTo>
                  <a:cubicBezTo>
                    <a:pt x="453" y="218"/>
                    <a:pt x="463" y="212"/>
                    <a:pt x="474" y="212"/>
                  </a:cubicBezTo>
                  <a:close/>
                  <a:moveTo>
                    <a:pt x="471" y="293"/>
                  </a:moveTo>
                  <a:cubicBezTo>
                    <a:pt x="488" y="293"/>
                    <a:pt x="498" y="279"/>
                    <a:pt x="498" y="260"/>
                  </a:cubicBezTo>
                  <a:cubicBezTo>
                    <a:pt x="498" y="242"/>
                    <a:pt x="488" y="228"/>
                    <a:pt x="471" y="228"/>
                  </a:cubicBezTo>
                  <a:cubicBezTo>
                    <a:pt x="461" y="228"/>
                    <a:pt x="453" y="233"/>
                    <a:pt x="448" y="243"/>
                  </a:cubicBezTo>
                  <a:cubicBezTo>
                    <a:pt x="448" y="278"/>
                    <a:pt x="448" y="278"/>
                    <a:pt x="448" y="278"/>
                  </a:cubicBezTo>
                  <a:cubicBezTo>
                    <a:pt x="453" y="287"/>
                    <a:pt x="461" y="293"/>
                    <a:pt x="471" y="293"/>
                  </a:cubicBezTo>
                  <a:close/>
                  <a:moveTo>
                    <a:pt x="554" y="228"/>
                  </a:moveTo>
                  <a:cubicBezTo>
                    <a:pt x="558" y="218"/>
                    <a:pt x="567" y="212"/>
                    <a:pt x="577" y="212"/>
                  </a:cubicBezTo>
                  <a:cubicBezTo>
                    <a:pt x="581" y="212"/>
                    <a:pt x="585" y="213"/>
                    <a:pt x="587" y="214"/>
                  </a:cubicBezTo>
                  <a:cubicBezTo>
                    <a:pt x="587" y="231"/>
                    <a:pt x="587" y="231"/>
                    <a:pt x="587" y="231"/>
                  </a:cubicBezTo>
                  <a:cubicBezTo>
                    <a:pt x="586" y="231"/>
                    <a:pt x="586" y="231"/>
                    <a:pt x="586" y="231"/>
                  </a:cubicBezTo>
                  <a:cubicBezTo>
                    <a:pt x="583" y="230"/>
                    <a:pt x="579" y="229"/>
                    <a:pt x="575" y="229"/>
                  </a:cubicBezTo>
                  <a:cubicBezTo>
                    <a:pt x="565" y="229"/>
                    <a:pt x="557" y="236"/>
                    <a:pt x="554" y="246"/>
                  </a:cubicBezTo>
                  <a:cubicBezTo>
                    <a:pt x="554" y="307"/>
                    <a:pt x="554" y="307"/>
                    <a:pt x="554" y="307"/>
                  </a:cubicBezTo>
                  <a:cubicBezTo>
                    <a:pt x="537" y="307"/>
                    <a:pt x="537" y="307"/>
                    <a:pt x="537" y="307"/>
                  </a:cubicBezTo>
                  <a:cubicBezTo>
                    <a:pt x="537" y="214"/>
                    <a:pt x="537" y="214"/>
                    <a:pt x="537" y="214"/>
                  </a:cubicBezTo>
                  <a:cubicBezTo>
                    <a:pt x="554" y="214"/>
                    <a:pt x="554" y="214"/>
                    <a:pt x="554" y="214"/>
                  </a:cubicBezTo>
                  <a:cubicBezTo>
                    <a:pt x="554" y="228"/>
                    <a:pt x="554" y="228"/>
                    <a:pt x="554" y="228"/>
                  </a:cubicBezTo>
                  <a:close/>
                  <a:moveTo>
                    <a:pt x="612" y="176"/>
                  </a:moveTo>
                  <a:cubicBezTo>
                    <a:pt x="618" y="176"/>
                    <a:pt x="623" y="181"/>
                    <a:pt x="623" y="187"/>
                  </a:cubicBezTo>
                  <a:cubicBezTo>
                    <a:pt x="623" y="193"/>
                    <a:pt x="618" y="198"/>
                    <a:pt x="612" y="198"/>
                  </a:cubicBezTo>
                  <a:cubicBezTo>
                    <a:pt x="606" y="198"/>
                    <a:pt x="601" y="193"/>
                    <a:pt x="601" y="187"/>
                  </a:cubicBezTo>
                  <a:cubicBezTo>
                    <a:pt x="601" y="181"/>
                    <a:pt x="606" y="176"/>
                    <a:pt x="612" y="176"/>
                  </a:cubicBezTo>
                  <a:close/>
                  <a:moveTo>
                    <a:pt x="603" y="214"/>
                  </a:moveTo>
                  <a:cubicBezTo>
                    <a:pt x="621" y="214"/>
                    <a:pt x="621" y="214"/>
                    <a:pt x="621" y="214"/>
                  </a:cubicBezTo>
                  <a:cubicBezTo>
                    <a:pt x="621" y="307"/>
                    <a:pt x="621" y="307"/>
                    <a:pt x="621" y="307"/>
                  </a:cubicBezTo>
                  <a:cubicBezTo>
                    <a:pt x="603" y="307"/>
                    <a:pt x="603" y="307"/>
                    <a:pt x="603" y="307"/>
                  </a:cubicBezTo>
                  <a:lnTo>
                    <a:pt x="603" y="214"/>
                  </a:lnTo>
                  <a:close/>
                  <a:moveTo>
                    <a:pt x="683" y="252"/>
                  </a:moveTo>
                  <a:cubicBezTo>
                    <a:pt x="696" y="257"/>
                    <a:pt x="711" y="262"/>
                    <a:pt x="711" y="280"/>
                  </a:cubicBezTo>
                  <a:cubicBezTo>
                    <a:pt x="711" y="299"/>
                    <a:pt x="696" y="309"/>
                    <a:pt x="675" y="309"/>
                  </a:cubicBezTo>
                  <a:cubicBezTo>
                    <a:pt x="663" y="309"/>
                    <a:pt x="651" y="306"/>
                    <a:pt x="644" y="300"/>
                  </a:cubicBezTo>
                  <a:cubicBezTo>
                    <a:pt x="644" y="283"/>
                    <a:pt x="644" y="283"/>
                    <a:pt x="644" y="283"/>
                  </a:cubicBezTo>
                  <a:cubicBezTo>
                    <a:pt x="645" y="283"/>
                    <a:pt x="645" y="283"/>
                    <a:pt x="645" y="283"/>
                  </a:cubicBezTo>
                  <a:cubicBezTo>
                    <a:pt x="653" y="291"/>
                    <a:pt x="664" y="294"/>
                    <a:pt x="675" y="294"/>
                  </a:cubicBezTo>
                  <a:cubicBezTo>
                    <a:pt x="685" y="294"/>
                    <a:pt x="694" y="290"/>
                    <a:pt x="694" y="282"/>
                  </a:cubicBezTo>
                  <a:cubicBezTo>
                    <a:pt x="694" y="274"/>
                    <a:pt x="687" y="272"/>
                    <a:pt x="672" y="267"/>
                  </a:cubicBezTo>
                  <a:cubicBezTo>
                    <a:pt x="659" y="263"/>
                    <a:pt x="644" y="258"/>
                    <a:pt x="644" y="240"/>
                  </a:cubicBezTo>
                  <a:cubicBezTo>
                    <a:pt x="644" y="223"/>
                    <a:pt x="659" y="212"/>
                    <a:pt x="678" y="212"/>
                  </a:cubicBezTo>
                  <a:cubicBezTo>
                    <a:pt x="689" y="212"/>
                    <a:pt x="699" y="214"/>
                    <a:pt x="706" y="220"/>
                  </a:cubicBezTo>
                  <a:cubicBezTo>
                    <a:pt x="706" y="236"/>
                    <a:pt x="706" y="236"/>
                    <a:pt x="706" y="236"/>
                  </a:cubicBezTo>
                  <a:cubicBezTo>
                    <a:pt x="706" y="236"/>
                    <a:pt x="706" y="236"/>
                    <a:pt x="706" y="236"/>
                  </a:cubicBezTo>
                  <a:cubicBezTo>
                    <a:pt x="698" y="230"/>
                    <a:pt x="689" y="227"/>
                    <a:pt x="678" y="227"/>
                  </a:cubicBezTo>
                  <a:cubicBezTo>
                    <a:pt x="667" y="227"/>
                    <a:pt x="661" y="232"/>
                    <a:pt x="661" y="238"/>
                  </a:cubicBezTo>
                  <a:cubicBezTo>
                    <a:pt x="661" y="246"/>
                    <a:pt x="668" y="248"/>
                    <a:pt x="683" y="252"/>
                  </a:cubicBezTo>
                  <a:close/>
                  <a:moveTo>
                    <a:pt x="772" y="309"/>
                  </a:moveTo>
                  <a:cubicBezTo>
                    <a:pt x="745" y="309"/>
                    <a:pt x="726" y="290"/>
                    <a:pt x="726" y="261"/>
                  </a:cubicBezTo>
                  <a:cubicBezTo>
                    <a:pt x="726" y="232"/>
                    <a:pt x="744" y="212"/>
                    <a:pt x="769" y="212"/>
                  </a:cubicBezTo>
                  <a:cubicBezTo>
                    <a:pt x="794" y="212"/>
                    <a:pt x="807" y="230"/>
                    <a:pt x="807" y="258"/>
                  </a:cubicBezTo>
                  <a:cubicBezTo>
                    <a:pt x="807" y="266"/>
                    <a:pt x="807" y="266"/>
                    <a:pt x="807" y="266"/>
                  </a:cubicBezTo>
                  <a:cubicBezTo>
                    <a:pt x="744" y="266"/>
                    <a:pt x="744" y="266"/>
                    <a:pt x="744" y="266"/>
                  </a:cubicBezTo>
                  <a:cubicBezTo>
                    <a:pt x="746" y="284"/>
                    <a:pt x="758" y="293"/>
                    <a:pt x="774" y="293"/>
                  </a:cubicBezTo>
                  <a:cubicBezTo>
                    <a:pt x="785" y="293"/>
                    <a:pt x="792" y="291"/>
                    <a:pt x="800" y="285"/>
                  </a:cubicBezTo>
                  <a:cubicBezTo>
                    <a:pt x="801" y="285"/>
                    <a:pt x="801" y="285"/>
                    <a:pt x="801" y="285"/>
                  </a:cubicBezTo>
                  <a:cubicBezTo>
                    <a:pt x="801" y="300"/>
                    <a:pt x="801" y="300"/>
                    <a:pt x="801" y="300"/>
                  </a:cubicBezTo>
                  <a:cubicBezTo>
                    <a:pt x="793" y="306"/>
                    <a:pt x="783" y="309"/>
                    <a:pt x="772" y="309"/>
                  </a:cubicBezTo>
                  <a:close/>
                  <a:moveTo>
                    <a:pt x="744" y="251"/>
                  </a:moveTo>
                  <a:cubicBezTo>
                    <a:pt x="791" y="251"/>
                    <a:pt x="791" y="251"/>
                    <a:pt x="791" y="251"/>
                  </a:cubicBezTo>
                  <a:cubicBezTo>
                    <a:pt x="790" y="237"/>
                    <a:pt x="783" y="227"/>
                    <a:pt x="769" y="227"/>
                  </a:cubicBezTo>
                  <a:cubicBezTo>
                    <a:pt x="756" y="227"/>
                    <a:pt x="747" y="237"/>
                    <a:pt x="744" y="2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/>
            </a:p>
          </p:txBody>
        </p:sp>
      </p:grp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524BA-C79E-44DB-BAC5-44EED042838E}" type="datetime4">
              <a:rPr lang="en-US" smtClean="0"/>
              <a:t>August 21, 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| Confidential | Internal Use Only </a:t>
            </a: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016F8AB-BCEA-4347-8BA6-BE776009BC89}" type="slidenum">
              <a:rPr/>
              <a:pPr/>
              <a:t>‹#›</a:t>
            </a:fld>
            <a:endParaRPr/>
          </a:p>
        </p:txBody>
      </p:sp>
      <p:sp>
        <p:nvSpPr>
          <p:cNvPr id="10" name="Freeform 9"/>
          <p:cNvSpPr/>
          <p:nvPr/>
        </p:nvSpPr>
        <p:spPr>
          <a:xfrm>
            <a:off x="608013" y="462819"/>
            <a:ext cx="10986134" cy="1957368"/>
          </a:xfrm>
          <a:custGeom>
            <a:avLst/>
            <a:gdLst>
              <a:gd name="connsiteX0" fmla="*/ 188969 w 10986134"/>
              <a:gd name="connsiteY0" fmla="*/ 176957 h 1957368"/>
              <a:gd name="connsiteX1" fmla="*/ 188969 w 10986134"/>
              <a:gd name="connsiteY1" fmla="*/ 1768399 h 1957368"/>
              <a:gd name="connsiteX2" fmla="*/ 10797165 w 10986134"/>
              <a:gd name="connsiteY2" fmla="*/ 1768399 h 1957368"/>
              <a:gd name="connsiteX3" fmla="*/ 10797165 w 10986134"/>
              <a:gd name="connsiteY3" fmla="*/ 176957 h 1957368"/>
              <a:gd name="connsiteX4" fmla="*/ 10797165 w 10986134"/>
              <a:gd name="connsiteY4" fmla="*/ 0 h 1957368"/>
              <a:gd name="connsiteX5" fmla="*/ 10986134 w 10986134"/>
              <a:gd name="connsiteY5" fmla="*/ 0 h 1957368"/>
              <a:gd name="connsiteX6" fmla="*/ 10986134 w 10986134"/>
              <a:gd name="connsiteY6" fmla="*/ 1957368 h 1957368"/>
              <a:gd name="connsiteX7" fmla="*/ 10971369 w 10986134"/>
              <a:gd name="connsiteY7" fmla="*/ 1957368 h 1957368"/>
              <a:gd name="connsiteX8" fmla="*/ 10797165 w 10986134"/>
              <a:gd name="connsiteY8" fmla="*/ 1957368 h 1957368"/>
              <a:gd name="connsiteX9" fmla="*/ 188969 w 10986134"/>
              <a:gd name="connsiteY9" fmla="*/ 1957368 h 1957368"/>
              <a:gd name="connsiteX10" fmla="*/ 14764 w 10986134"/>
              <a:gd name="connsiteY10" fmla="*/ 1957368 h 1957368"/>
              <a:gd name="connsiteX11" fmla="*/ 0 w 10986134"/>
              <a:gd name="connsiteY11" fmla="*/ 1957368 h 1957368"/>
              <a:gd name="connsiteX12" fmla="*/ 0 w 10986134"/>
              <a:gd name="connsiteY12" fmla="*/ 0 h 1957368"/>
              <a:gd name="connsiteX13" fmla="*/ 14764 w 10986134"/>
              <a:gd name="connsiteY13" fmla="*/ 0 h 1957368"/>
              <a:gd name="connsiteX14" fmla="*/ 188969 w 10986134"/>
              <a:gd name="connsiteY14" fmla="*/ 0 h 1957368"/>
              <a:gd name="connsiteX15" fmla="*/ 10797165 w 10986134"/>
              <a:gd name="connsiteY15" fmla="*/ 0 h 195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986134" h="1957368">
                <a:moveTo>
                  <a:pt x="188969" y="176957"/>
                </a:moveTo>
                <a:lnTo>
                  <a:pt x="188969" y="1768399"/>
                </a:lnTo>
                <a:lnTo>
                  <a:pt x="10797165" y="1768399"/>
                </a:lnTo>
                <a:lnTo>
                  <a:pt x="10797165" y="176957"/>
                </a:lnTo>
                <a:close/>
                <a:moveTo>
                  <a:pt x="10797165" y="0"/>
                </a:moveTo>
                <a:lnTo>
                  <a:pt x="10986134" y="0"/>
                </a:lnTo>
                <a:lnTo>
                  <a:pt x="10986134" y="1957368"/>
                </a:lnTo>
                <a:lnTo>
                  <a:pt x="10971369" y="1957368"/>
                </a:lnTo>
                <a:lnTo>
                  <a:pt x="10797165" y="1957368"/>
                </a:lnTo>
                <a:lnTo>
                  <a:pt x="188969" y="1957368"/>
                </a:lnTo>
                <a:lnTo>
                  <a:pt x="14764" y="1957368"/>
                </a:lnTo>
                <a:lnTo>
                  <a:pt x="0" y="1957368"/>
                </a:lnTo>
                <a:lnTo>
                  <a:pt x="0" y="0"/>
                </a:lnTo>
                <a:lnTo>
                  <a:pt x="14764" y="0"/>
                </a:lnTo>
                <a:lnTo>
                  <a:pt x="188969" y="0"/>
                </a:lnTo>
                <a:lnTo>
                  <a:pt x="10797165" y="0"/>
                </a:lnTo>
                <a:close/>
              </a:path>
            </a:pathLst>
          </a:custGeom>
          <a:solidFill>
            <a:schemeClr val="accent1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90000"/>
              </a:lnSpc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56419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ate Orange Frame Divider">
    <p:bg>
      <p:bgPr>
        <a:solidFill>
          <a:srgbClr val="4255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3" y="2571746"/>
            <a:ext cx="8228011" cy="576263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8014" y="3149201"/>
            <a:ext cx="8228011" cy="5334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3200"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10272" y="6248401"/>
            <a:ext cx="969471" cy="390524"/>
            <a:chOff x="3578225" y="1146175"/>
            <a:chExt cx="5038725" cy="2111375"/>
          </a:xfrm>
          <a:solidFill>
            <a:srgbClr val="FFFFFF"/>
          </a:solidFill>
        </p:grpSpPr>
        <p:sp>
          <p:nvSpPr>
            <p:cNvPr id="9" name="Freeform 5"/>
            <p:cNvSpPr>
              <a:spLocks noEditPoints="1"/>
            </p:cNvSpPr>
            <p:nvPr/>
          </p:nvSpPr>
          <p:spPr bwMode="auto">
            <a:xfrm>
              <a:off x="3578225" y="1146175"/>
              <a:ext cx="1725613" cy="498475"/>
            </a:xfrm>
            <a:custGeom>
              <a:avLst/>
              <a:gdLst>
                <a:gd name="T0" fmla="*/ 0 w 1087"/>
                <a:gd name="T1" fmla="*/ 0 h 314"/>
                <a:gd name="T2" fmla="*/ 0 w 1087"/>
                <a:gd name="T3" fmla="*/ 314 h 314"/>
                <a:gd name="T4" fmla="*/ 0 w 1087"/>
                <a:gd name="T5" fmla="*/ 314 h 314"/>
                <a:gd name="T6" fmla="*/ 1087 w 1087"/>
                <a:gd name="T7" fmla="*/ 314 h 314"/>
                <a:gd name="T8" fmla="*/ 1087 w 1087"/>
                <a:gd name="T9" fmla="*/ 0 h 314"/>
                <a:gd name="T10" fmla="*/ 0 w 1087"/>
                <a:gd name="T11" fmla="*/ 0 h 314"/>
                <a:gd name="T12" fmla="*/ 1018 w 1087"/>
                <a:gd name="T13" fmla="*/ 245 h 314"/>
                <a:gd name="T14" fmla="*/ 69 w 1087"/>
                <a:gd name="T15" fmla="*/ 245 h 314"/>
                <a:gd name="T16" fmla="*/ 69 w 1087"/>
                <a:gd name="T17" fmla="*/ 69 h 314"/>
                <a:gd name="T18" fmla="*/ 1018 w 1087"/>
                <a:gd name="T19" fmla="*/ 69 h 314"/>
                <a:gd name="T20" fmla="*/ 1018 w 1087"/>
                <a:gd name="T21" fmla="*/ 245 h 314"/>
                <a:gd name="T22" fmla="*/ 1018 w 1087"/>
                <a:gd name="T23" fmla="*/ 245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87" h="314">
                  <a:moveTo>
                    <a:pt x="0" y="0"/>
                  </a:moveTo>
                  <a:lnTo>
                    <a:pt x="0" y="314"/>
                  </a:lnTo>
                  <a:lnTo>
                    <a:pt x="0" y="314"/>
                  </a:lnTo>
                  <a:lnTo>
                    <a:pt x="1087" y="314"/>
                  </a:lnTo>
                  <a:lnTo>
                    <a:pt x="1087" y="0"/>
                  </a:lnTo>
                  <a:lnTo>
                    <a:pt x="0" y="0"/>
                  </a:lnTo>
                  <a:close/>
                  <a:moveTo>
                    <a:pt x="1018" y="245"/>
                  </a:moveTo>
                  <a:lnTo>
                    <a:pt x="69" y="245"/>
                  </a:lnTo>
                  <a:lnTo>
                    <a:pt x="69" y="69"/>
                  </a:lnTo>
                  <a:lnTo>
                    <a:pt x="1018" y="69"/>
                  </a:lnTo>
                  <a:lnTo>
                    <a:pt x="1018" y="245"/>
                  </a:lnTo>
                  <a:lnTo>
                    <a:pt x="1018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/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3578225" y="1968500"/>
              <a:ext cx="5038725" cy="1289050"/>
            </a:xfrm>
            <a:custGeom>
              <a:avLst/>
              <a:gdLst>
                <a:gd name="T0" fmla="*/ 80 w 1341"/>
                <a:gd name="T1" fmla="*/ 52 h 342"/>
                <a:gd name="T2" fmla="*/ 29 w 1341"/>
                <a:gd name="T3" fmla="*/ 77 h 342"/>
                <a:gd name="T4" fmla="*/ 212 w 1341"/>
                <a:gd name="T5" fmla="*/ 93 h 342"/>
                <a:gd name="T6" fmla="*/ 174 w 1341"/>
                <a:gd name="T7" fmla="*/ 134 h 342"/>
                <a:gd name="T8" fmla="*/ 272 w 1341"/>
                <a:gd name="T9" fmla="*/ 132 h 342"/>
                <a:gd name="T10" fmla="*/ 276 w 1341"/>
                <a:gd name="T11" fmla="*/ 38 h 342"/>
                <a:gd name="T12" fmla="*/ 327 w 1341"/>
                <a:gd name="T13" fmla="*/ 132 h 342"/>
                <a:gd name="T14" fmla="*/ 398 w 1341"/>
                <a:gd name="T15" fmla="*/ 0 h 342"/>
                <a:gd name="T16" fmla="*/ 402 w 1341"/>
                <a:gd name="T17" fmla="*/ 134 h 342"/>
                <a:gd name="T18" fmla="*/ 448 w 1341"/>
                <a:gd name="T19" fmla="*/ 93 h 342"/>
                <a:gd name="T20" fmla="*/ 448 w 1341"/>
                <a:gd name="T21" fmla="*/ 74 h 342"/>
                <a:gd name="T22" fmla="*/ 642 w 1341"/>
                <a:gd name="T23" fmla="*/ 60 h 342"/>
                <a:gd name="T24" fmla="*/ 642 w 1341"/>
                <a:gd name="T25" fmla="*/ 131 h 342"/>
                <a:gd name="T26" fmla="*/ 570 w 1341"/>
                <a:gd name="T27" fmla="*/ 111 h 342"/>
                <a:gd name="T28" fmla="*/ 530 w 1341"/>
                <a:gd name="T29" fmla="*/ 60 h 342"/>
                <a:gd name="T30" fmla="*/ 558 w 1341"/>
                <a:gd name="T31" fmla="*/ 38 h 342"/>
                <a:gd name="T32" fmla="*/ 738 w 1341"/>
                <a:gd name="T33" fmla="*/ 89 h 342"/>
                <a:gd name="T34" fmla="*/ 787 w 1341"/>
                <a:gd name="T35" fmla="*/ 45 h 342"/>
                <a:gd name="T36" fmla="*/ 736 w 1341"/>
                <a:gd name="T37" fmla="*/ 65 h 342"/>
                <a:gd name="T38" fmla="*/ 848 w 1341"/>
                <a:gd name="T39" fmla="*/ 73 h 342"/>
                <a:gd name="T40" fmla="*/ 876 w 1341"/>
                <a:gd name="T41" fmla="*/ 73 h 342"/>
                <a:gd name="T42" fmla="*/ 833 w 1341"/>
                <a:gd name="T43" fmla="*/ 91 h 342"/>
                <a:gd name="T44" fmla="*/ 965 w 1341"/>
                <a:gd name="T45" fmla="*/ 43 h 342"/>
                <a:gd name="T46" fmla="*/ 964 w 1341"/>
                <a:gd name="T47" fmla="*/ 103 h 342"/>
                <a:gd name="T48" fmla="*/ 1010 w 1341"/>
                <a:gd name="T49" fmla="*/ 132 h 342"/>
                <a:gd name="T50" fmla="*/ 1070 w 1341"/>
                <a:gd name="T51" fmla="*/ 38 h 342"/>
                <a:gd name="T52" fmla="*/ 1010 w 1341"/>
                <a:gd name="T53" fmla="*/ 89 h 342"/>
                <a:gd name="T54" fmla="*/ 1133 w 1341"/>
                <a:gd name="T55" fmla="*/ 73 h 342"/>
                <a:gd name="T56" fmla="*/ 1160 w 1341"/>
                <a:gd name="T57" fmla="*/ 73 h 342"/>
                <a:gd name="T58" fmla="*/ 1117 w 1341"/>
                <a:gd name="T59" fmla="*/ 91 h 342"/>
                <a:gd name="T60" fmla="*/ 1239 w 1341"/>
                <a:gd name="T61" fmla="*/ 39 h 342"/>
                <a:gd name="T62" fmla="*/ 1180 w 1341"/>
                <a:gd name="T63" fmla="*/ 132 h 342"/>
                <a:gd name="T64" fmla="*/ 1246 w 1341"/>
                <a:gd name="T65" fmla="*/ 85 h 342"/>
                <a:gd name="T66" fmla="*/ 1314 w 1341"/>
                <a:gd name="T67" fmla="*/ 132 h 342"/>
                <a:gd name="T68" fmla="*/ 1295 w 1341"/>
                <a:gd name="T69" fmla="*/ 110 h 342"/>
                <a:gd name="T70" fmla="*/ 18 w 1341"/>
                <a:gd name="T71" fmla="*/ 231 h 342"/>
                <a:gd name="T72" fmla="*/ 81 w 1341"/>
                <a:gd name="T73" fmla="*/ 307 h 342"/>
                <a:gd name="T74" fmla="*/ 164 w 1341"/>
                <a:gd name="T75" fmla="*/ 307 h 342"/>
                <a:gd name="T76" fmla="*/ 103 w 1341"/>
                <a:gd name="T77" fmla="*/ 214 h 342"/>
                <a:gd name="T78" fmla="*/ 252 w 1341"/>
                <a:gd name="T79" fmla="*/ 229 h 342"/>
                <a:gd name="T80" fmla="*/ 252 w 1341"/>
                <a:gd name="T81" fmla="*/ 307 h 342"/>
                <a:gd name="T82" fmla="*/ 211 w 1341"/>
                <a:gd name="T83" fmla="*/ 214 h 342"/>
                <a:gd name="T84" fmla="*/ 305 w 1341"/>
                <a:gd name="T85" fmla="*/ 212 h 342"/>
                <a:gd name="T86" fmla="*/ 338 w 1341"/>
                <a:gd name="T87" fmla="*/ 285 h 342"/>
                <a:gd name="T88" fmla="*/ 281 w 1341"/>
                <a:gd name="T89" fmla="*/ 251 h 342"/>
                <a:gd name="T90" fmla="*/ 403 w 1341"/>
                <a:gd name="T91" fmla="*/ 229 h 342"/>
                <a:gd name="T92" fmla="*/ 382 w 1341"/>
                <a:gd name="T93" fmla="*/ 228 h 342"/>
                <a:gd name="T94" fmla="*/ 430 w 1341"/>
                <a:gd name="T95" fmla="*/ 342 h 342"/>
                <a:gd name="T96" fmla="*/ 498 w 1341"/>
                <a:gd name="T97" fmla="*/ 260 h 342"/>
                <a:gd name="T98" fmla="*/ 577 w 1341"/>
                <a:gd name="T99" fmla="*/ 212 h 342"/>
                <a:gd name="T100" fmla="*/ 554 w 1341"/>
                <a:gd name="T101" fmla="*/ 307 h 342"/>
                <a:gd name="T102" fmla="*/ 623 w 1341"/>
                <a:gd name="T103" fmla="*/ 187 h 342"/>
                <a:gd name="T104" fmla="*/ 621 w 1341"/>
                <a:gd name="T105" fmla="*/ 307 h 342"/>
                <a:gd name="T106" fmla="*/ 644 w 1341"/>
                <a:gd name="T107" fmla="*/ 300 h 342"/>
                <a:gd name="T108" fmla="*/ 644 w 1341"/>
                <a:gd name="T109" fmla="*/ 240 h 342"/>
                <a:gd name="T110" fmla="*/ 661 w 1341"/>
                <a:gd name="T111" fmla="*/ 238 h 342"/>
                <a:gd name="T112" fmla="*/ 807 w 1341"/>
                <a:gd name="T113" fmla="*/ 266 h 342"/>
                <a:gd name="T114" fmla="*/ 772 w 1341"/>
                <a:gd name="T115" fmla="*/ 309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341" h="342">
                  <a:moveTo>
                    <a:pt x="29" y="132"/>
                  </a:moveTo>
                  <a:cubicBezTo>
                    <a:pt x="0" y="132"/>
                    <a:pt x="0" y="132"/>
                    <a:pt x="0" y="13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80" y="52"/>
                    <a:pt x="80" y="52"/>
                    <a:pt x="80" y="52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09" y="132"/>
                    <a:pt x="109" y="132"/>
                    <a:pt x="109" y="132"/>
                  </a:cubicBezTo>
                  <a:cubicBezTo>
                    <a:pt x="80" y="132"/>
                    <a:pt x="80" y="132"/>
                    <a:pt x="80" y="132"/>
                  </a:cubicBezTo>
                  <a:cubicBezTo>
                    <a:pt x="80" y="77"/>
                    <a:pt x="80" y="77"/>
                    <a:pt x="80" y="77"/>
                  </a:cubicBezTo>
                  <a:cubicBezTo>
                    <a:pt x="29" y="77"/>
                    <a:pt x="29" y="77"/>
                    <a:pt x="29" y="77"/>
                  </a:cubicBezTo>
                  <a:lnTo>
                    <a:pt x="29" y="132"/>
                  </a:lnTo>
                  <a:close/>
                  <a:moveTo>
                    <a:pt x="174" y="134"/>
                  </a:moveTo>
                  <a:cubicBezTo>
                    <a:pt x="145" y="134"/>
                    <a:pt x="125" y="116"/>
                    <a:pt x="125" y="85"/>
                  </a:cubicBezTo>
                  <a:cubicBezTo>
                    <a:pt x="125" y="56"/>
                    <a:pt x="144" y="36"/>
                    <a:pt x="170" y="36"/>
                  </a:cubicBezTo>
                  <a:cubicBezTo>
                    <a:pt x="198" y="36"/>
                    <a:pt x="212" y="55"/>
                    <a:pt x="212" y="83"/>
                  </a:cubicBezTo>
                  <a:cubicBezTo>
                    <a:pt x="212" y="93"/>
                    <a:pt x="212" y="93"/>
                    <a:pt x="212" y="93"/>
                  </a:cubicBezTo>
                  <a:cubicBezTo>
                    <a:pt x="152" y="93"/>
                    <a:pt x="152" y="93"/>
                    <a:pt x="152" y="93"/>
                  </a:cubicBezTo>
                  <a:cubicBezTo>
                    <a:pt x="155" y="108"/>
                    <a:pt x="167" y="112"/>
                    <a:pt x="178" y="112"/>
                  </a:cubicBezTo>
                  <a:cubicBezTo>
                    <a:pt x="188" y="112"/>
                    <a:pt x="195" y="110"/>
                    <a:pt x="204" y="104"/>
                  </a:cubicBezTo>
                  <a:cubicBezTo>
                    <a:pt x="205" y="104"/>
                    <a:pt x="205" y="104"/>
                    <a:pt x="205" y="104"/>
                  </a:cubicBezTo>
                  <a:cubicBezTo>
                    <a:pt x="205" y="126"/>
                    <a:pt x="205" y="126"/>
                    <a:pt x="205" y="126"/>
                  </a:cubicBezTo>
                  <a:cubicBezTo>
                    <a:pt x="198" y="131"/>
                    <a:pt x="187" y="134"/>
                    <a:pt x="174" y="134"/>
                  </a:cubicBezTo>
                  <a:close/>
                  <a:moveTo>
                    <a:pt x="152" y="74"/>
                  </a:moveTo>
                  <a:cubicBezTo>
                    <a:pt x="186" y="74"/>
                    <a:pt x="186" y="74"/>
                    <a:pt x="186" y="74"/>
                  </a:cubicBezTo>
                  <a:cubicBezTo>
                    <a:pt x="186" y="64"/>
                    <a:pt x="182" y="58"/>
                    <a:pt x="170" y="58"/>
                  </a:cubicBezTo>
                  <a:cubicBezTo>
                    <a:pt x="162" y="58"/>
                    <a:pt x="155" y="61"/>
                    <a:pt x="152" y="74"/>
                  </a:cubicBezTo>
                  <a:close/>
                  <a:moveTo>
                    <a:pt x="287" y="77"/>
                  </a:moveTo>
                  <a:cubicBezTo>
                    <a:pt x="272" y="132"/>
                    <a:pt x="272" y="132"/>
                    <a:pt x="272" y="132"/>
                  </a:cubicBezTo>
                  <a:cubicBezTo>
                    <a:pt x="247" y="132"/>
                    <a:pt x="247" y="132"/>
                    <a:pt x="247" y="132"/>
                  </a:cubicBezTo>
                  <a:cubicBezTo>
                    <a:pt x="218" y="39"/>
                    <a:pt x="218" y="39"/>
                    <a:pt x="218" y="39"/>
                  </a:cubicBezTo>
                  <a:cubicBezTo>
                    <a:pt x="218" y="38"/>
                    <a:pt x="218" y="38"/>
                    <a:pt x="218" y="38"/>
                  </a:cubicBezTo>
                  <a:cubicBezTo>
                    <a:pt x="246" y="38"/>
                    <a:pt x="246" y="38"/>
                    <a:pt x="246" y="38"/>
                  </a:cubicBezTo>
                  <a:cubicBezTo>
                    <a:pt x="261" y="93"/>
                    <a:pt x="261" y="93"/>
                    <a:pt x="261" y="93"/>
                  </a:cubicBezTo>
                  <a:cubicBezTo>
                    <a:pt x="276" y="38"/>
                    <a:pt x="276" y="38"/>
                    <a:pt x="276" y="38"/>
                  </a:cubicBezTo>
                  <a:cubicBezTo>
                    <a:pt x="298" y="38"/>
                    <a:pt x="298" y="38"/>
                    <a:pt x="298" y="38"/>
                  </a:cubicBezTo>
                  <a:cubicBezTo>
                    <a:pt x="313" y="93"/>
                    <a:pt x="313" y="93"/>
                    <a:pt x="313" y="93"/>
                  </a:cubicBezTo>
                  <a:cubicBezTo>
                    <a:pt x="329" y="38"/>
                    <a:pt x="329" y="38"/>
                    <a:pt x="329" y="38"/>
                  </a:cubicBezTo>
                  <a:cubicBezTo>
                    <a:pt x="355" y="38"/>
                    <a:pt x="355" y="38"/>
                    <a:pt x="355" y="38"/>
                  </a:cubicBezTo>
                  <a:cubicBezTo>
                    <a:pt x="355" y="39"/>
                    <a:pt x="355" y="39"/>
                    <a:pt x="355" y="39"/>
                  </a:cubicBezTo>
                  <a:cubicBezTo>
                    <a:pt x="327" y="132"/>
                    <a:pt x="327" y="132"/>
                    <a:pt x="327" y="132"/>
                  </a:cubicBezTo>
                  <a:cubicBezTo>
                    <a:pt x="302" y="132"/>
                    <a:pt x="302" y="132"/>
                    <a:pt x="302" y="132"/>
                  </a:cubicBezTo>
                  <a:lnTo>
                    <a:pt x="287" y="77"/>
                  </a:lnTo>
                  <a:close/>
                  <a:moveTo>
                    <a:pt x="402" y="134"/>
                  </a:moveTo>
                  <a:cubicBezTo>
                    <a:pt x="379" y="134"/>
                    <a:pt x="370" y="125"/>
                    <a:pt x="370" y="104"/>
                  </a:cubicBezTo>
                  <a:cubicBezTo>
                    <a:pt x="370" y="0"/>
                    <a:pt x="370" y="0"/>
                    <a:pt x="370" y="0"/>
                  </a:cubicBezTo>
                  <a:cubicBezTo>
                    <a:pt x="398" y="0"/>
                    <a:pt x="398" y="0"/>
                    <a:pt x="398" y="0"/>
                  </a:cubicBezTo>
                  <a:cubicBezTo>
                    <a:pt x="398" y="102"/>
                    <a:pt x="398" y="102"/>
                    <a:pt x="398" y="102"/>
                  </a:cubicBezTo>
                  <a:cubicBezTo>
                    <a:pt x="398" y="108"/>
                    <a:pt x="400" y="111"/>
                    <a:pt x="406" y="111"/>
                  </a:cubicBezTo>
                  <a:cubicBezTo>
                    <a:pt x="408" y="111"/>
                    <a:pt x="410" y="110"/>
                    <a:pt x="412" y="109"/>
                  </a:cubicBezTo>
                  <a:cubicBezTo>
                    <a:pt x="413" y="109"/>
                    <a:pt x="413" y="109"/>
                    <a:pt x="413" y="109"/>
                  </a:cubicBezTo>
                  <a:cubicBezTo>
                    <a:pt x="413" y="132"/>
                    <a:pt x="413" y="132"/>
                    <a:pt x="413" y="132"/>
                  </a:cubicBezTo>
                  <a:cubicBezTo>
                    <a:pt x="410" y="133"/>
                    <a:pt x="406" y="134"/>
                    <a:pt x="402" y="134"/>
                  </a:cubicBezTo>
                  <a:close/>
                  <a:moveTo>
                    <a:pt x="469" y="134"/>
                  </a:moveTo>
                  <a:cubicBezTo>
                    <a:pt x="440" y="134"/>
                    <a:pt x="420" y="116"/>
                    <a:pt x="420" y="85"/>
                  </a:cubicBezTo>
                  <a:cubicBezTo>
                    <a:pt x="420" y="56"/>
                    <a:pt x="440" y="36"/>
                    <a:pt x="465" y="36"/>
                  </a:cubicBezTo>
                  <a:cubicBezTo>
                    <a:pt x="494" y="36"/>
                    <a:pt x="507" y="55"/>
                    <a:pt x="507" y="83"/>
                  </a:cubicBezTo>
                  <a:cubicBezTo>
                    <a:pt x="507" y="93"/>
                    <a:pt x="507" y="93"/>
                    <a:pt x="507" y="93"/>
                  </a:cubicBezTo>
                  <a:cubicBezTo>
                    <a:pt x="448" y="93"/>
                    <a:pt x="448" y="93"/>
                    <a:pt x="448" y="93"/>
                  </a:cubicBezTo>
                  <a:cubicBezTo>
                    <a:pt x="451" y="108"/>
                    <a:pt x="462" y="112"/>
                    <a:pt x="474" y="112"/>
                  </a:cubicBezTo>
                  <a:cubicBezTo>
                    <a:pt x="484" y="112"/>
                    <a:pt x="491" y="110"/>
                    <a:pt x="500" y="104"/>
                  </a:cubicBezTo>
                  <a:cubicBezTo>
                    <a:pt x="501" y="104"/>
                    <a:pt x="501" y="104"/>
                    <a:pt x="501" y="104"/>
                  </a:cubicBezTo>
                  <a:cubicBezTo>
                    <a:pt x="501" y="126"/>
                    <a:pt x="501" y="126"/>
                    <a:pt x="501" y="126"/>
                  </a:cubicBezTo>
                  <a:cubicBezTo>
                    <a:pt x="493" y="131"/>
                    <a:pt x="482" y="134"/>
                    <a:pt x="469" y="134"/>
                  </a:cubicBezTo>
                  <a:close/>
                  <a:moveTo>
                    <a:pt x="448" y="74"/>
                  </a:moveTo>
                  <a:cubicBezTo>
                    <a:pt x="482" y="74"/>
                    <a:pt x="482" y="74"/>
                    <a:pt x="482" y="74"/>
                  </a:cubicBezTo>
                  <a:cubicBezTo>
                    <a:pt x="481" y="64"/>
                    <a:pt x="477" y="58"/>
                    <a:pt x="466" y="58"/>
                  </a:cubicBezTo>
                  <a:cubicBezTo>
                    <a:pt x="457" y="58"/>
                    <a:pt x="450" y="61"/>
                    <a:pt x="448" y="74"/>
                  </a:cubicBezTo>
                  <a:close/>
                  <a:moveTo>
                    <a:pt x="622" y="38"/>
                  </a:moveTo>
                  <a:cubicBezTo>
                    <a:pt x="642" y="38"/>
                    <a:pt x="642" y="38"/>
                    <a:pt x="642" y="38"/>
                  </a:cubicBezTo>
                  <a:cubicBezTo>
                    <a:pt x="642" y="60"/>
                    <a:pt x="642" y="60"/>
                    <a:pt x="642" y="60"/>
                  </a:cubicBezTo>
                  <a:cubicBezTo>
                    <a:pt x="622" y="60"/>
                    <a:pt x="622" y="60"/>
                    <a:pt x="622" y="60"/>
                  </a:cubicBezTo>
                  <a:cubicBezTo>
                    <a:pt x="622" y="99"/>
                    <a:pt x="622" y="99"/>
                    <a:pt x="622" y="99"/>
                  </a:cubicBezTo>
                  <a:cubicBezTo>
                    <a:pt x="622" y="107"/>
                    <a:pt x="625" y="111"/>
                    <a:pt x="633" y="111"/>
                  </a:cubicBezTo>
                  <a:cubicBezTo>
                    <a:pt x="636" y="111"/>
                    <a:pt x="639" y="110"/>
                    <a:pt x="642" y="109"/>
                  </a:cubicBezTo>
                  <a:cubicBezTo>
                    <a:pt x="642" y="109"/>
                    <a:pt x="642" y="109"/>
                    <a:pt x="642" y="109"/>
                  </a:cubicBezTo>
                  <a:cubicBezTo>
                    <a:pt x="642" y="131"/>
                    <a:pt x="642" y="131"/>
                    <a:pt x="642" y="131"/>
                  </a:cubicBezTo>
                  <a:cubicBezTo>
                    <a:pt x="639" y="132"/>
                    <a:pt x="633" y="134"/>
                    <a:pt x="625" y="134"/>
                  </a:cubicBezTo>
                  <a:cubicBezTo>
                    <a:pt x="603" y="134"/>
                    <a:pt x="594" y="124"/>
                    <a:pt x="594" y="100"/>
                  </a:cubicBezTo>
                  <a:cubicBezTo>
                    <a:pt x="594" y="60"/>
                    <a:pt x="594" y="60"/>
                    <a:pt x="594" y="60"/>
                  </a:cubicBezTo>
                  <a:cubicBezTo>
                    <a:pt x="558" y="60"/>
                    <a:pt x="558" y="60"/>
                    <a:pt x="558" y="60"/>
                  </a:cubicBezTo>
                  <a:cubicBezTo>
                    <a:pt x="558" y="99"/>
                    <a:pt x="558" y="99"/>
                    <a:pt x="558" y="99"/>
                  </a:cubicBezTo>
                  <a:cubicBezTo>
                    <a:pt x="558" y="107"/>
                    <a:pt x="561" y="111"/>
                    <a:pt x="570" y="111"/>
                  </a:cubicBezTo>
                  <a:cubicBezTo>
                    <a:pt x="572" y="111"/>
                    <a:pt x="575" y="110"/>
                    <a:pt x="578" y="109"/>
                  </a:cubicBezTo>
                  <a:cubicBezTo>
                    <a:pt x="579" y="109"/>
                    <a:pt x="579" y="109"/>
                    <a:pt x="579" y="109"/>
                  </a:cubicBezTo>
                  <a:cubicBezTo>
                    <a:pt x="579" y="131"/>
                    <a:pt x="579" y="131"/>
                    <a:pt x="579" y="131"/>
                  </a:cubicBezTo>
                  <a:cubicBezTo>
                    <a:pt x="575" y="132"/>
                    <a:pt x="570" y="134"/>
                    <a:pt x="562" y="134"/>
                  </a:cubicBezTo>
                  <a:cubicBezTo>
                    <a:pt x="539" y="134"/>
                    <a:pt x="530" y="124"/>
                    <a:pt x="530" y="100"/>
                  </a:cubicBezTo>
                  <a:cubicBezTo>
                    <a:pt x="530" y="60"/>
                    <a:pt x="530" y="60"/>
                    <a:pt x="530" y="60"/>
                  </a:cubicBezTo>
                  <a:cubicBezTo>
                    <a:pt x="516" y="60"/>
                    <a:pt x="516" y="60"/>
                    <a:pt x="516" y="60"/>
                  </a:cubicBezTo>
                  <a:cubicBezTo>
                    <a:pt x="516" y="38"/>
                    <a:pt x="516" y="38"/>
                    <a:pt x="516" y="38"/>
                  </a:cubicBezTo>
                  <a:cubicBezTo>
                    <a:pt x="530" y="38"/>
                    <a:pt x="530" y="38"/>
                    <a:pt x="530" y="38"/>
                  </a:cubicBezTo>
                  <a:cubicBezTo>
                    <a:pt x="530" y="12"/>
                    <a:pt x="530" y="12"/>
                    <a:pt x="530" y="12"/>
                  </a:cubicBezTo>
                  <a:cubicBezTo>
                    <a:pt x="558" y="12"/>
                    <a:pt x="558" y="12"/>
                    <a:pt x="558" y="12"/>
                  </a:cubicBezTo>
                  <a:cubicBezTo>
                    <a:pt x="558" y="38"/>
                    <a:pt x="558" y="38"/>
                    <a:pt x="558" y="38"/>
                  </a:cubicBezTo>
                  <a:cubicBezTo>
                    <a:pt x="594" y="38"/>
                    <a:pt x="594" y="38"/>
                    <a:pt x="594" y="38"/>
                  </a:cubicBezTo>
                  <a:cubicBezTo>
                    <a:pt x="594" y="12"/>
                    <a:pt x="594" y="12"/>
                    <a:pt x="594" y="12"/>
                  </a:cubicBezTo>
                  <a:cubicBezTo>
                    <a:pt x="622" y="12"/>
                    <a:pt x="622" y="12"/>
                    <a:pt x="622" y="12"/>
                  </a:cubicBezTo>
                  <a:cubicBezTo>
                    <a:pt x="622" y="38"/>
                    <a:pt x="622" y="38"/>
                    <a:pt x="622" y="38"/>
                  </a:cubicBezTo>
                  <a:close/>
                  <a:moveTo>
                    <a:pt x="787" y="45"/>
                  </a:moveTo>
                  <a:cubicBezTo>
                    <a:pt x="787" y="73"/>
                    <a:pt x="768" y="89"/>
                    <a:pt x="738" y="89"/>
                  </a:cubicBezTo>
                  <a:cubicBezTo>
                    <a:pt x="718" y="89"/>
                    <a:pt x="718" y="89"/>
                    <a:pt x="718" y="89"/>
                  </a:cubicBezTo>
                  <a:cubicBezTo>
                    <a:pt x="718" y="132"/>
                    <a:pt x="718" y="132"/>
                    <a:pt x="718" y="132"/>
                  </a:cubicBezTo>
                  <a:cubicBezTo>
                    <a:pt x="689" y="132"/>
                    <a:pt x="689" y="132"/>
                    <a:pt x="689" y="132"/>
                  </a:cubicBezTo>
                  <a:cubicBezTo>
                    <a:pt x="689" y="0"/>
                    <a:pt x="689" y="0"/>
                    <a:pt x="689" y="0"/>
                  </a:cubicBezTo>
                  <a:cubicBezTo>
                    <a:pt x="738" y="0"/>
                    <a:pt x="738" y="0"/>
                    <a:pt x="738" y="0"/>
                  </a:cubicBezTo>
                  <a:cubicBezTo>
                    <a:pt x="768" y="0"/>
                    <a:pt x="787" y="16"/>
                    <a:pt x="787" y="45"/>
                  </a:cubicBezTo>
                  <a:close/>
                  <a:moveTo>
                    <a:pt x="736" y="65"/>
                  </a:moveTo>
                  <a:cubicBezTo>
                    <a:pt x="751" y="65"/>
                    <a:pt x="758" y="57"/>
                    <a:pt x="758" y="45"/>
                  </a:cubicBezTo>
                  <a:cubicBezTo>
                    <a:pt x="758" y="33"/>
                    <a:pt x="751" y="24"/>
                    <a:pt x="736" y="24"/>
                  </a:cubicBezTo>
                  <a:cubicBezTo>
                    <a:pt x="718" y="24"/>
                    <a:pt x="718" y="24"/>
                    <a:pt x="718" y="24"/>
                  </a:cubicBezTo>
                  <a:cubicBezTo>
                    <a:pt x="718" y="65"/>
                    <a:pt x="718" y="65"/>
                    <a:pt x="718" y="65"/>
                  </a:cubicBezTo>
                  <a:lnTo>
                    <a:pt x="736" y="65"/>
                  </a:lnTo>
                  <a:close/>
                  <a:moveTo>
                    <a:pt x="849" y="123"/>
                  </a:moveTo>
                  <a:cubicBezTo>
                    <a:pt x="843" y="130"/>
                    <a:pt x="834" y="134"/>
                    <a:pt x="824" y="134"/>
                  </a:cubicBezTo>
                  <a:cubicBezTo>
                    <a:pt x="806" y="134"/>
                    <a:pt x="791" y="122"/>
                    <a:pt x="791" y="103"/>
                  </a:cubicBezTo>
                  <a:cubicBezTo>
                    <a:pt x="791" y="84"/>
                    <a:pt x="806" y="72"/>
                    <a:pt x="827" y="72"/>
                  </a:cubicBezTo>
                  <a:cubicBezTo>
                    <a:pt x="834" y="72"/>
                    <a:pt x="841" y="73"/>
                    <a:pt x="848" y="75"/>
                  </a:cubicBezTo>
                  <a:cubicBezTo>
                    <a:pt x="848" y="73"/>
                    <a:pt x="848" y="73"/>
                    <a:pt x="848" y="73"/>
                  </a:cubicBezTo>
                  <a:cubicBezTo>
                    <a:pt x="848" y="63"/>
                    <a:pt x="842" y="59"/>
                    <a:pt x="827" y="59"/>
                  </a:cubicBezTo>
                  <a:cubicBezTo>
                    <a:pt x="818" y="59"/>
                    <a:pt x="809" y="62"/>
                    <a:pt x="801" y="66"/>
                  </a:cubicBezTo>
                  <a:cubicBezTo>
                    <a:pt x="800" y="66"/>
                    <a:pt x="800" y="66"/>
                    <a:pt x="800" y="66"/>
                  </a:cubicBezTo>
                  <a:cubicBezTo>
                    <a:pt x="800" y="44"/>
                    <a:pt x="800" y="44"/>
                    <a:pt x="800" y="44"/>
                  </a:cubicBezTo>
                  <a:cubicBezTo>
                    <a:pt x="807" y="40"/>
                    <a:pt x="820" y="36"/>
                    <a:pt x="832" y="36"/>
                  </a:cubicBezTo>
                  <a:cubicBezTo>
                    <a:pt x="860" y="36"/>
                    <a:pt x="876" y="49"/>
                    <a:pt x="876" y="73"/>
                  </a:cubicBezTo>
                  <a:cubicBezTo>
                    <a:pt x="876" y="132"/>
                    <a:pt x="876" y="132"/>
                    <a:pt x="876" y="132"/>
                  </a:cubicBezTo>
                  <a:cubicBezTo>
                    <a:pt x="849" y="132"/>
                    <a:pt x="849" y="132"/>
                    <a:pt x="849" y="132"/>
                  </a:cubicBezTo>
                  <a:cubicBezTo>
                    <a:pt x="849" y="123"/>
                    <a:pt x="849" y="123"/>
                    <a:pt x="849" y="123"/>
                  </a:cubicBezTo>
                  <a:close/>
                  <a:moveTo>
                    <a:pt x="848" y="102"/>
                  </a:moveTo>
                  <a:cubicBezTo>
                    <a:pt x="848" y="94"/>
                    <a:pt x="848" y="94"/>
                    <a:pt x="848" y="94"/>
                  </a:cubicBezTo>
                  <a:cubicBezTo>
                    <a:pt x="844" y="92"/>
                    <a:pt x="838" y="91"/>
                    <a:pt x="833" y="91"/>
                  </a:cubicBezTo>
                  <a:cubicBezTo>
                    <a:pt x="823" y="91"/>
                    <a:pt x="818" y="95"/>
                    <a:pt x="818" y="102"/>
                  </a:cubicBezTo>
                  <a:cubicBezTo>
                    <a:pt x="818" y="110"/>
                    <a:pt x="823" y="113"/>
                    <a:pt x="832" y="113"/>
                  </a:cubicBezTo>
                  <a:cubicBezTo>
                    <a:pt x="839" y="113"/>
                    <a:pt x="845" y="109"/>
                    <a:pt x="848" y="102"/>
                  </a:cubicBezTo>
                  <a:close/>
                  <a:moveTo>
                    <a:pt x="890" y="85"/>
                  </a:moveTo>
                  <a:cubicBezTo>
                    <a:pt x="890" y="55"/>
                    <a:pt x="911" y="36"/>
                    <a:pt x="939" y="36"/>
                  </a:cubicBezTo>
                  <a:cubicBezTo>
                    <a:pt x="949" y="36"/>
                    <a:pt x="958" y="38"/>
                    <a:pt x="965" y="43"/>
                  </a:cubicBezTo>
                  <a:cubicBezTo>
                    <a:pt x="965" y="67"/>
                    <a:pt x="965" y="67"/>
                    <a:pt x="965" y="67"/>
                  </a:cubicBezTo>
                  <a:cubicBezTo>
                    <a:pt x="964" y="67"/>
                    <a:pt x="964" y="67"/>
                    <a:pt x="964" y="67"/>
                  </a:cubicBezTo>
                  <a:cubicBezTo>
                    <a:pt x="958" y="62"/>
                    <a:pt x="951" y="60"/>
                    <a:pt x="943" y="60"/>
                  </a:cubicBezTo>
                  <a:cubicBezTo>
                    <a:pt x="929" y="60"/>
                    <a:pt x="918" y="69"/>
                    <a:pt x="918" y="85"/>
                  </a:cubicBezTo>
                  <a:cubicBezTo>
                    <a:pt x="918" y="101"/>
                    <a:pt x="929" y="110"/>
                    <a:pt x="943" y="110"/>
                  </a:cubicBezTo>
                  <a:cubicBezTo>
                    <a:pt x="951" y="110"/>
                    <a:pt x="958" y="108"/>
                    <a:pt x="964" y="103"/>
                  </a:cubicBezTo>
                  <a:cubicBezTo>
                    <a:pt x="965" y="103"/>
                    <a:pt x="965" y="103"/>
                    <a:pt x="965" y="103"/>
                  </a:cubicBezTo>
                  <a:cubicBezTo>
                    <a:pt x="965" y="127"/>
                    <a:pt x="965" y="127"/>
                    <a:pt x="965" y="127"/>
                  </a:cubicBezTo>
                  <a:cubicBezTo>
                    <a:pt x="958" y="132"/>
                    <a:pt x="949" y="134"/>
                    <a:pt x="939" y="134"/>
                  </a:cubicBezTo>
                  <a:cubicBezTo>
                    <a:pt x="911" y="134"/>
                    <a:pt x="890" y="115"/>
                    <a:pt x="890" y="85"/>
                  </a:cubicBezTo>
                  <a:close/>
                  <a:moveTo>
                    <a:pt x="1010" y="89"/>
                  </a:moveTo>
                  <a:cubicBezTo>
                    <a:pt x="1010" y="132"/>
                    <a:pt x="1010" y="132"/>
                    <a:pt x="1010" y="132"/>
                  </a:cubicBezTo>
                  <a:cubicBezTo>
                    <a:pt x="983" y="132"/>
                    <a:pt x="983" y="132"/>
                    <a:pt x="983" y="132"/>
                  </a:cubicBezTo>
                  <a:cubicBezTo>
                    <a:pt x="983" y="0"/>
                    <a:pt x="983" y="0"/>
                    <a:pt x="983" y="0"/>
                  </a:cubicBezTo>
                  <a:cubicBezTo>
                    <a:pt x="1010" y="0"/>
                    <a:pt x="1010" y="0"/>
                    <a:pt x="1010" y="0"/>
                  </a:cubicBezTo>
                  <a:cubicBezTo>
                    <a:pt x="1010" y="75"/>
                    <a:pt x="1010" y="75"/>
                    <a:pt x="1010" y="75"/>
                  </a:cubicBezTo>
                  <a:cubicBezTo>
                    <a:pt x="1039" y="38"/>
                    <a:pt x="1039" y="38"/>
                    <a:pt x="1039" y="38"/>
                  </a:cubicBezTo>
                  <a:cubicBezTo>
                    <a:pt x="1070" y="38"/>
                    <a:pt x="1070" y="38"/>
                    <a:pt x="1070" y="38"/>
                  </a:cubicBezTo>
                  <a:cubicBezTo>
                    <a:pt x="1070" y="39"/>
                    <a:pt x="1070" y="39"/>
                    <a:pt x="1070" y="39"/>
                  </a:cubicBezTo>
                  <a:cubicBezTo>
                    <a:pt x="1036" y="82"/>
                    <a:pt x="1036" y="82"/>
                    <a:pt x="1036" y="82"/>
                  </a:cubicBezTo>
                  <a:cubicBezTo>
                    <a:pt x="1070" y="131"/>
                    <a:pt x="1070" y="131"/>
                    <a:pt x="1070" y="131"/>
                  </a:cubicBezTo>
                  <a:cubicBezTo>
                    <a:pt x="1070" y="132"/>
                    <a:pt x="1070" y="132"/>
                    <a:pt x="1070" y="132"/>
                  </a:cubicBezTo>
                  <a:cubicBezTo>
                    <a:pt x="1038" y="132"/>
                    <a:pt x="1038" y="132"/>
                    <a:pt x="1038" y="132"/>
                  </a:cubicBezTo>
                  <a:lnTo>
                    <a:pt x="1010" y="89"/>
                  </a:lnTo>
                  <a:close/>
                  <a:moveTo>
                    <a:pt x="1133" y="123"/>
                  </a:moveTo>
                  <a:cubicBezTo>
                    <a:pt x="1127" y="130"/>
                    <a:pt x="1118" y="134"/>
                    <a:pt x="1108" y="134"/>
                  </a:cubicBezTo>
                  <a:cubicBezTo>
                    <a:pt x="1090" y="134"/>
                    <a:pt x="1075" y="122"/>
                    <a:pt x="1075" y="103"/>
                  </a:cubicBezTo>
                  <a:cubicBezTo>
                    <a:pt x="1075" y="84"/>
                    <a:pt x="1090" y="72"/>
                    <a:pt x="1112" y="72"/>
                  </a:cubicBezTo>
                  <a:cubicBezTo>
                    <a:pt x="1118" y="72"/>
                    <a:pt x="1125" y="73"/>
                    <a:pt x="1133" y="75"/>
                  </a:cubicBezTo>
                  <a:cubicBezTo>
                    <a:pt x="1133" y="73"/>
                    <a:pt x="1133" y="73"/>
                    <a:pt x="1133" y="73"/>
                  </a:cubicBezTo>
                  <a:cubicBezTo>
                    <a:pt x="1133" y="63"/>
                    <a:pt x="1127" y="59"/>
                    <a:pt x="1112" y="59"/>
                  </a:cubicBezTo>
                  <a:cubicBezTo>
                    <a:pt x="1102" y="59"/>
                    <a:pt x="1093" y="62"/>
                    <a:pt x="1086" y="66"/>
                  </a:cubicBezTo>
                  <a:cubicBezTo>
                    <a:pt x="1084" y="66"/>
                    <a:pt x="1084" y="66"/>
                    <a:pt x="1084" y="66"/>
                  </a:cubicBezTo>
                  <a:cubicBezTo>
                    <a:pt x="1084" y="44"/>
                    <a:pt x="1084" y="44"/>
                    <a:pt x="1084" y="44"/>
                  </a:cubicBezTo>
                  <a:cubicBezTo>
                    <a:pt x="1092" y="40"/>
                    <a:pt x="1104" y="36"/>
                    <a:pt x="1117" y="36"/>
                  </a:cubicBezTo>
                  <a:cubicBezTo>
                    <a:pt x="1145" y="36"/>
                    <a:pt x="1160" y="49"/>
                    <a:pt x="1160" y="73"/>
                  </a:cubicBezTo>
                  <a:cubicBezTo>
                    <a:pt x="1160" y="132"/>
                    <a:pt x="1160" y="132"/>
                    <a:pt x="1160" y="132"/>
                  </a:cubicBezTo>
                  <a:cubicBezTo>
                    <a:pt x="1133" y="132"/>
                    <a:pt x="1133" y="132"/>
                    <a:pt x="1133" y="132"/>
                  </a:cubicBezTo>
                  <a:cubicBezTo>
                    <a:pt x="1133" y="123"/>
                    <a:pt x="1133" y="123"/>
                    <a:pt x="1133" y="123"/>
                  </a:cubicBezTo>
                  <a:close/>
                  <a:moveTo>
                    <a:pt x="1133" y="102"/>
                  </a:moveTo>
                  <a:cubicBezTo>
                    <a:pt x="1133" y="94"/>
                    <a:pt x="1133" y="94"/>
                    <a:pt x="1133" y="94"/>
                  </a:cubicBezTo>
                  <a:cubicBezTo>
                    <a:pt x="1128" y="92"/>
                    <a:pt x="1123" y="91"/>
                    <a:pt x="1117" y="91"/>
                  </a:cubicBezTo>
                  <a:cubicBezTo>
                    <a:pt x="1108" y="91"/>
                    <a:pt x="1103" y="95"/>
                    <a:pt x="1103" y="102"/>
                  </a:cubicBezTo>
                  <a:cubicBezTo>
                    <a:pt x="1103" y="110"/>
                    <a:pt x="1108" y="113"/>
                    <a:pt x="1116" y="113"/>
                  </a:cubicBezTo>
                  <a:cubicBezTo>
                    <a:pt x="1124" y="113"/>
                    <a:pt x="1130" y="109"/>
                    <a:pt x="1133" y="102"/>
                  </a:cubicBezTo>
                  <a:close/>
                  <a:moveTo>
                    <a:pt x="1207" y="53"/>
                  </a:moveTo>
                  <a:cubicBezTo>
                    <a:pt x="1212" y="43"/>
                    <a:pt x="1220" y="37"/>
                    <a:pt x="1230" y="37"/>
                  </a:cubicBezTo>
                  <a:cubicBezTo>
                    <a:pt x="1234" y="37"/>
                    <a:pt x="1238" y="38"/>
                    <a:pt x="1239" y="39"/>
                  </a:cubicBezTo>
                  <a:cubicBezTo>
                    <a:pt x="1239" y="65"/>
                    <a:pt x="1239" y="65"/>
                    <a:pt x="1239" y="65"/>
                  </a:cubicBezTo>
                  <a:cubicBezTo>
                    <a:pt x="1238" y="65"/>
                    <a:pt x="1238" y="65"/>
                    <a:pt x="1238" y="65"/>
                  </a:cubicBezTo>
                  <a:cubicBezTo>
                    <a:pt x="1235" y="64"/>
                    <a:pt x="1231" y="63"/>
                    <a:pt x="1226" y="63"/>
                  </a:cubicBezTo>
                  <a:cubicBezTo>
                    <a:pt x="1217" y="63"/>
                    <a:pt x="1210" y="68"/>
                    <a:pt x="1208" y="78"/>
                  </a:cubicBezTo>
                  <a:cubicBezTo>
                    <a:pt x="1208" y="132"/>
                    <a:pt x="1208" y="132"/>
                    <a:pt x="1208" y="132"/>
                  </a:cubicBezTo>
                  <a:cubicBezTo>
                    <a:pt x="1180" y="132"/>
                    <a:pt x="1180" y="132"/>
                    <a:pt x="1180" y="132"/>
                  </a:cubicBezTo>
                  <a:cubicBezTo>
                    <a:pt x="1180" y="38"/>
                    <a:pt x="1180" y="38"/>
                    <a:pt x="1180" y="38"/>
                  </a:cubicBezTo>
                  <a:cubicBezTo>
                    <a:pt x="1207" y="38"/>
                    <a:pt x="1207" y="38"/>
                    <a:pt x="1207" y="38"/>
                  </a:cubicBezTo>
                  <a:cubicBezTo>
                    <a:pt x="1207" y="53"/>
                    <a:pt x="1207" y="53"/>
                    <a:pt x="1207" y="53"/>
                  </a:cubicBezTo>
                  <a:close/>
                  <a:moveTo>
                    <a:pt x="1314" y="122"/>
                  </a:moveTo>
                  <a:cubicBezTo>
                    <a:pt x="1308" y="130"/>
                    <a:pt x="1298" y="134"/>
                    <a:pt x="1286" y="134"/>
                  </a:cubicBezTo>
                  <a:cubicBezTo>
                    <a:pt x="1262" y="134"/>
                    <a:pt x="1246" y="112"/>
                    <a:pt x="1246" y="85"/>
                  </a:cubicBezTo>
                  <a:cubicBezTo>
                    <a:pt x="1246" y="58"/>
                    <a:pt x="1262" y="36"/>
                    <a:pt x="1286" y="36"/>
                  </a:cubicBezTo>
                  <a:cubicBezTo>
                    <a:pt x="1298" y="36"/>
                    <a:pt x="1307" y="40"/>
                    <a:pt x="1313" y="47"/>
                  </a:cubicBezTo>
                  <a:cubicBezTo>
                    <a:pt x="1313" y="0"/>
                    <a:pt x="1313" y="0"/>
                    <a:pt x="1313" y="0"/>
                  </a:cubicBezTo>
                  <a:cubicBezTo>
                    <a:pt x="1341" y="0"/>
                    <a:pt x="1341" y="0"/>
                    <a:pt x="1341" y="0"/>
                  </a:cubicBezTo>
                  <a:cubicBezTo>
                    <a:pt x="1341" y="132"/>
                    <a:pt x="1341" y="132"/>
                    <a:pt x="1341" y="132"/>
                  </a:cubicBezTo>
                  <a:cubicBezTo>
                    <a:pt x="1314" y="132"/>
                    <a:pt x="1314" y="132"/>
                    <a:pt x="1314" y="132"/>
                  </a:cubicBezTo>
                  <a:cubicBezTo>
                    <a:pt x="1314" y="122"/>
                    <a:pt x="1314" y="122"/>
                    <a:pt x="1314" y="122"/>
                  </a:cubicBezTo>
                  <a:close/>
                  <a:moveTo>
                    <a:pt x="1313" y="100"/>
                  </a:moveTo>
                  <a:cubicBezTo>
                    <a:pt x="1313" y="70"/>
                    <a:pt x="1313" y="70"/>
                    <a:pt x="1313" y="70"/>
                  </a:cubicBezTo>
                  <a:cubicBezTo>
                    <a:pt x="1308" y="63"/>
                    <a:pt x="1302" y="60"/>
                    <a:pt x="1295" y="60"/>
                  </a:cubicBezTo>
                  <a:cubicBezTo>
                    <a:pt x="1283" y="60"/>
                    <a:pt x="1275" y="69"/>
                    <a:pt x="1275" y="85"/>
                  </a:cubicBezTo>
                  <a:cubicBezTo>
                    <a:pt x="1275" y="101"/>
                    <a:pt x="1283" y="110"/>
                    <a:pt x="1295" y="110"/>
                  </a:cubicBezTo>
                  <a:cubicBezTo>
                    <a:pt x="1302" y="110"/>
                    <a:pt x="1308" y="107"/>
                    <a:pt x="1313" y="100"/>
                  </a:cubicBezTo>
                  <a:close/>
                  <a:moveTo>
                    <a:pt x="0" y="175"/>
                  </a:moveTo>
                  <a:cubicBezTo>
                    <a:pt x="81" y="175"/>
                    <a:pt x="81" y="175"/>
                    <a:pt x="81" y="175"/>
                  </a:cubicBezTo>
                  <a:cubicBezTo>
                    <a:pt x="81" y="191"/>
                    <a:pt x="81" y="191"/>
                    <a:pt x="81" y="191"/>
                  </a:cubicBezTo>
                  <a:cubicBezTo>
                    <a:pt x="18" y="191"/>
                    <a:pt x="18" y="191"/>
                    <a:pt x="18" y="191"/>
                  </a:cubicBezTo>
                  <a:cubicBezTo>
                    <a:pt x="18" y="231"/>
                    <a:pt x="18" y="231"/>
                    <a:pt x="18" y="231"/>
                  </a:cubicBezTo>
                  <a:cubicBezTo>
                    <a:pt x="75" y="231"/>
                    <a:pt x="75" y="231"/>
                    <a:pt x="75" y="231"/>
                  </a:cubicBezTo>
                  <a:cubicBezTo>
                    <a:pt x="75" y="247"/>
                    <a:pt x="75" y="247"/>
                    <a:pt x="75" y="247"/>
                  </a:cubicBezTo>
                  <a:cubicBezTo>
                    <a:pt x="18" y="247"/>
                    <a:pt x="18" y="247"/>
                    <a:pt x="18" y="247"/>
                  </a:cubicBezTo>
                  <a:cubicBezTo>
                    <a:pt x="18" y="291"/>
                    <a:pt x="18" y="291"/>
                    <a:pt x="18" y="291"/>
                  </a:cubicBezTo>
                  <a:cubicBezTo>
                    <a:pt x="81" y="291"/>
                    <a:pt x="81" y="291"/>
                    <a:pt x="81" y="291"/>
                  </a:cubicBezTo>
                  <a:cubicBezTo>
                    <a:pt x="81" y="307"/>
                    <a:pt x="81" y="307"/>
                    <a:pt x="81" y="307"/>
                  </a:cubicBezTo>
                  <a:cubicBezTo>
                    <a:pt x="0" y="307"/>
                    <a:pt x="0" y="307"/>
                    <a:pt x="0" y="307"/>
                  </a:cubicBezTo>
                  <a:lnTo>
                    <a:pt x="0" y="175"/>
                  </a:lnTo>
                  <a:close/>
                  <a:moveTo>
                    <a:pt x="149" y="212"/>
                  </a:moveTo>
                  <a:cubicBezTo>
                    <a:pt x="169" y="212"/>
                    <a:pt x="181" y="226"/>
                    <a:pt x="181" y="248"/>
                  </a:cubicBezTo>
                  <a:cubicBezTo>
                    <a:pt x="181" y="307"/>
                    <a:pt x="181" y="307"/>
                    <a:pt x="181" y="307"/>
                  </a:cubicBezTo>
                  <a:cubicBezTo>
                    <a:pt x="164" y="307"/>
                    <a:pt x="164" y="307"/>
                    <a:pt x="164" y="307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4" y="237"/>
                    <a:pt x="157" y="228"/>
                    <a:pt x="144" y="228"/>
                  </a:cubicBezTo>
                  <a:cubicBezTo>
                    <a:pt x="133" y="228"/>
                    <a:pt x="124" y="235"/>
                    <a:pt x="121" y="245"/>
                  </a:cubicBezTo>
                  <a:cubicBezTo>
                    <a:pt x="121" y="307"/>
                    <a:pt x="121" y="307"/>
                    <a:pt x="121" y="307"/>
                  </a:cubicBezTo>
                  <a:cubicBezTo>
                    <a:pt x="103" y="307"/>
                    <a:pt x="103" y="307"/>
                    <a:pt x="103" y="307"/>
                  </a:cubicBezTo>
                  <a:cubicBezTo>
                    <a:pt x="103" y="214"/>
                    <a:pt x="103" y="214"/>
                    <a:pt x="103" y="214"/>
                  </a:cubicBezTo>
                  <a:cubicBezTo>
                    <a:pt x="121" y="214"/>
                    <a:pt x="121" y="214"/>
                    <a:pt x="121" y="214"/>
                  </a:cubicBezTo>
                  <a:cubicBezTo>
                    <a:pt x="121" y="227"/>
                    <a:pt x="121" y="227"/>
                    <a:pt x="121" y="227"/>
                  </a:cubicBezTo>
                  <a:cubicBezTo>
                    <a:pt x="126" y="219"/>
                    <a:pt x="136" y="212"/>
                    <a:pt x="149" y="212"/>
                  </a:cubicBezTo>
                  <a:close/>
                  <a:moveTo>
                    <a:pt x="228" y="214"/>
                  </a:moveTo>
                  <a:cubicBezTo>
                    <a:pt x="252" y="214"/>
                    <a:pt x="252" y="214"/>
                    <a:pt x="252" y="214"/>
                  </a:cubicBezTo>
                  <a:cubicBezTo>
                    <a:pt x="252" y="229"/>
                    <a:pt x="252" y="229"/>
                    <a:pt x="252" y="229"/>
                  </a:cubicBezTo>
                  <a:cubicBezTo>
                    <a:pt x="228" y="229"/>
                    <a:pt x="228" y="229"/>
                    <a:pt x="228" y="229"/>
                  </a:cubicBezTo>
                  <a:cubicBezTo>
                    <a:pt x="228" y="279"/>
                    <a:pt x="228" y="279"/>
                    <a:pt x="228" y="279"/>
                  </a:cubicBezTo>
                  <a:cubicBezTo>
                    <a:pt x="228" y="289"/>
                    <a:pt x="234" y="293"/>
                    <a:pt x="243" y="293"/>
                  </a:cubicBezTo>
                  <a:cubicBezTo>
                    <a:pt x="246" y="293"/>
                    <a:pt x="249" y="293"/>
                    <a:pt x="251" y="292"/>
                  </a:cubicBezTo>
                  <a:cubicBezTo>
                    <a:pt x="252" y="292"/>
                    <a:pt x="252" y="292"/>
                    <a:pt x="252" y="292"/>
                  </a:cubicBezTo>
                  <a:cubicBezTo>
                    <a:pt x="252" y="307"/>
                    <a:pt x="252" y="307"/>
                    <a:pt x="252" y="307"/>
                  </a:cubicBezTo>
                  <a:cubicBezTo>
                    <a:pt x="249" y="308"/>
                    <a:pt x="246" y="309"/>
                    <a:pt x="241" y="309"/>
                  </a:cubicBezTo>
                  <a:cubicBezTo>
                    <a:pt x="219" y="309"/>
                    <a:pt x="211" y="299"/>
                    <a:pt x="211" y="281"/>
                  </a:cubicBezTo>
                  <a:cubicBezTo>
                    <a:pt x="211" y="229"/>
                    <a:pt x="211" y="229"/>
                    <a:pt x="211" y="229"/>
                  </a:cubicBezTo>
                  <a:cubicBezTo>
                    <a:pt x="195" y="229"/>
                    <a:pt x="195" y="229"/>
                    <a:pt x="195" y="229"/>
                  </a:cubicBezTo>
                  <a:cubicBezTo>
                    <a:pt x="195" y="214"/>
                    <a:pt x="195" y="214"/>
                    <a:pt x="195" y="214"/>
                  </a:cubicBezTo>
                  <a:cubicBezTo>
                    <a:pt x="211" y="214"/>
                    <a:pt x="211" y="214"/>
                    <a:pt x="211" y="214"/>
                  </a:cubicBezTo>
                  <a:cubicBezTo>
                    <a:pt x="211" y="189"/>
                    <a:pt x="211" y="189"/>
                    <a:pt x="211" y="189"/>
                  </a:cubicBezTo>
                  <a:cubicBezTo>
                    <a:pt x="228" y="189"/>
                    <a:pt x="228" y="189"/>
                    <a:pt x="228" y="189"/>
                  </a:cubicBezTo>
                  <a:lnTo>
                    <a:pt x="228" y="214"/>
                  </a:lnTo>
                  <a:close/>
                  <a:moveTo>
                    <a:pt x="309" y="309"/>
                  </a:moveTo>
                  <a:cubicBezTo>
                    <a:pt x="282" y="309"/>
                    <a:pt x="263" y="290"/>
                    <a:pt x="263" y="261"/>
                  </a:cubicBezTo>
                  <a:cubicBezTo>
                    <a:pt x="263" y="232"/>
                    <a:pt x="280" y="212"/>
                    <a:pt x="305" y="212"/>
                  </a:cubicBezTo>
                  <a:cubicBezTo>
                    <a:pt x="331" y="212"/>
                    <a:pt x="344" y="230"/>
                    <a:pt x="344" y="258"/>
                  </a:cubicBezTo>
                  <a:cubicBezTo>
                    <a:pt x="344" y="266"/>
                    <a:pt x="344" y="266"/>
                    <a:pt x="344" y="266"/>
                  </a:cubicBezTo>
                  <a:cubicBezTo>
                    <a:pt x="281" y="266"/>
                    <a:pt x="281" y="266"/>
                    <a:pt x="281" y="266"/>
                  </a:cubicBezTo>
                  <a:cubicBezTo>
                    <a:pt x="282" y="284"/>
                    <a:pt x="295" y="293"/>
                    <a:pt x="311" y="293"/>
                  </a:cubicBezTo>
                  <a:cubicBezTo>
                    <a:pt x="321" y="293"/>
                    <a:pt x="329" y="291"/>
                    <a:pt x="337" y="285"/>
                  </a:cubicBezTo>
                  <a:cubicBezTo>
                    <a:pt x="338" y="285"/>
                    <a:pt x="338" y="285"/>
                    <a:pt x="338" y="285"/>
                  </a:cubicBezTo>
                  <a:cubicBezTo>
                    <a:pt x="338" y="300"/>
                    <a:pt x="338" y="300"/>
                    <a:pt x="338" y="300"/>
                  </a:cubicBezTo>
                  <a:cubicBezTo>
                    <a:pt x="330" y="306"/>
                    <a:pt x="320" y="309"/>
                    <a:pt x="309" y="309"/>
                  </a:cubicBezTo>
                  <a:close/>
                  <a:moveTo>
                    <a:pt x="281" y="251"/>
                  </a:moveTo>
                  <a:cubicBezTo>
                    <a:pt x="327" y="251"/>
                    <a:pt x="327" y="251"/>
                    <a:pt x="327" y="251"/>
                  </a:cubicBezTo>
                  <a:cubicBezTo>
                    <a:pt x="327" y="237"/>
                    <a:pt x="320" y="227"/>
                    <a:pt x="306" y="227"/>
                  </a:cubicBezTo>
                  <a:cubicBezTo>
                    <a:pt x="292" y="227"/>
                    <a:pt x="284" y="237"/>
                    <a:pt x="281" y="251"/>
                  </a:cubicBezTo>
                  <a:close/>
                  <a:moveTo>
                    <a:pt x="382" y="228"/>
                  </a:moveTo>
                  <a:cubicBezTo>
                    <a:pt x="386" y="218"/>
                    <a:pt x="395" y="212"/>
                    <a:pt x="405" y="212"/>
                  </a:cubicBezTo>
                  <a:cubicBezTo>
                    <a:pt x="409" y="212"/>
                    <a:pt x="413" y="213"/>
                    <a:pt x="414" y="214"/>
                  </a:cubicBezTo>
                  <a:cubicBezTo>
                    <a:pt x="414" y="231"/>
                    <a:pt x="414" y="231"/>
                    <a:pt x="414" y="231"/>
                  </a:cubicBezTo>
                  <a:cubicBezTo>
                    <a:pt x="414" y="231"/>
                    <a:pt x="414" y="231"/>
                    <a:pt x="414" y="231"/>
                  </a:cubicBezTo>
                  <a:cubicBezTo>
                    <a:pt x="411" y="230"/>
                    <a:pt x="407" y="229"/>
                    <a:pt x="403" y="229"/>
                  </a:cubicBezTo>
                  <a:cubicBezTo>
                    <a:pt x="393" y="229"/>
                    <a:pt x="385" y="236"/>
                    <a:pt x="382" y="246"/>
                  </a:cubicBezTo>
                  <a:cubicBezTo>
                    <a:pt x="382" y="307"/>
                    <a:pt x="382" y="307"/>
                    <a:pt x="382" y="307"/>
                  </a:cubicBezTo>
                  <a:cubicBezTo>
                    <a:pt x="365" y="307"/>
                    <a:pt x="365" y="307"/>
                    <a:pt x="365" y="307"/>
                  </a:cubicBezTo>
                  <a:cubicBezTo>
                    <a:pt x="365" y="214"/>
                    <a:pt x="365" y="214"/>
                    <a:pt x="365" y="214"/>
                  </a:cubicBezTo>
                  <a:cubicBezTo>
                    <a:pt x="382" y="214"/>
                    <a:pt x="382" y="214"/>
                    <a:pt x="382" y="214"/>
                  </a:cubicBezTo>
                  <a:cubicBezTo>
                    <a:pt x="382" y="228"/>
                    <a:pt x="382" y="228"/>
                    <a:pt x="382" y="228"/>
                  </a:cubicBezTo>
                  <a:close/>
                  <a:moveTo>
                    <a:pt x="474" y="212"/>
                  </a:moveTo>
                  <a:cubicBezTo>
                    <a:pt x="502" y="212"/>
                    <a:pt x="516" y="235"/>
                    <a:pt x="516" y="260"/>
                  </a:cubicBezTo>
                  <a:cubicBezTo>
                    <a:pt x="516" y="286"/>
                    <a:pt x="502" y="309"/>
                    <a:pt x="474" y="309"/>
                  </a:cubicBezTo>
                  <a:cubicBezTo>
                    <a:pt x="463" y="309"/>
                    <a:pt x="453" y="303"/>
                    <a:pt x="448" y="296"/>
                  </a:cubicBezTo>
                  <a:cubicBezTo>
                    <a:pt x="448" y="342"/>
                    <a:pt x="448" y="342"/>
                    <a:pt x="448" y="342"/>
                  </a:cubicBezTo>
                  <a:cubicBezTo>
                    <a:pt x="430" y="342"/>
                    <a:pt x="430" y="342"/>
                    <a:pt x="430" y="342"/>
                  </a:cubicBezTo>
                  <a:cubicBezTo>
                    <a:pt x="430" y="214"/>
                    <a:pt x="430" y="214"/>
                    <a:pt x="430" y="214"/>
                  </a:cubicBezTo>
                  <a:cubicBezTo>
                    <a:pt x="448" y="214"/>
                    <a:pt x="448" y="214"/>
                    <a:pt x="448" y="214"/>
                  </a:cubicBezTo>
                  <a:cubicBezTo>
                    <a:pt x="448" y="224"/>
                    <a:pt x="448" y="224"/>
                    <a:pt x="448" y="224"/>
                  </a:cubicBezTo>
                  <a:cubicBezTo>
                    <a:pt x="453" y="218"/>
                    <a:pt x="463" y="212"/>
                    <a:pt x="474" y="212"/>
                  </a:cubicBezTo>
                  <a:close/>
                  <a:moveTo>
                    <a:pt x="471" y="293"/>
                  </a:moveTo>
                  <a:cubicBezTo>
                    <a:pt x="488" y="293"/>
                    <a:pt x="498" y="279"/>
                    <a:pt x="498" y="260"/>
                  </a:cubicBezTo>
                  <a:cubicBezTo>
                    <a:pt x="498" y="242"/>
                    <a:pt x="488" y="228"/>
                    <a:pt x="471" y="228"/>
                  </a:cubicBezTo>
                  <a:cubicBezTo>
                    <a:pt x="461" y="228"/>
                    <a:pt x="453" y="233"/>
                    <a:pt x="448" y="243"/>
                  </a:cubicBezTo>
                  <a:cubicBezTo>
                    <a:pt x="448" y="278"/>
                    <a:pt x="448" y="278"/>
                    <a:pt x="448" y="278"/>
                  </a:cubicBezTo>
                  <a:cubicBezTo>
                    <a:pt x="453" y="287"/>
                    <a:pt x="461" y="293"/>
                    <a:pt x="471" y="293"/>
                  </a:cubicBezTo>
                  <a:close/>
                  <a:moveTo>
                    <a:pt x="554" y="228"/>
                  </a:moveTo>
                  <a:cubicBezTo>
                    <a:pt x="558" y="218"/>
                    <a:pt x="567" y="212"/>
                    <a:pt x="577" y="212"/>
                  </a:cubicBezTo>
                  <a:cubicBezTo>
                    <a:pt x="581" y="212"/>
                    <a:pt x="585" y="213"/>
                    <a:pt x="587" y="214"/>
                  </a:cubicBezTo>
                  <a:cubicBezTo>
                    <a:pt x="587" y="231"/>
                    <a:pt x="587" y="231"/>
                    <a:pt x="587" y="231"/>
                  </a:cubicBezTo>
                  <a:cubicBezTo>
                    <a:pt x="586" y="231"/>
                    <a:pt x="586" y="231"/>
                    <a:pt x="586" y="231"/>
                  </a:cubicBezTo>
                  <a:cubicBezTo>
                    <a:pt x="583" y="230"/>
                    <a:pt x="579" y="229"/>
                    <a:pt x="575" y="229"/>
                  </a:cubicBezTo>
                  <a:cubicBezTo>
                    <a:pt x="565" y="229"/>
                    <a:pt x="557" y="236"/>
                    <a:pt x="554" y="246"/>
                  </a:cubicBezTo>
                  <a:cubicBezTo>
                    <a:pt x="554" y="307"/>
                    <a:pt x="554" y="307"/>
                    <a:pt x="554" y="307"/>
                  </a:cubicBezTo>
                  <a:cubicBezTo>
                    <a:pt x="537" y="307"/>
                    <a:pt x="537" y="307"/>
                    <a:pt x="537" y="307"/>
                  </a:cubicBezTo>
                  <a:cubicBezTo>
                    <a:pt x="537" y="214"/>
                    <a:pt x="537" y="214"/>
                    <a:pt x="537" y="214"/>
                  </a:cubicBezTo>
                  <a:cubicBezTo>
                    <a:pt x="554" y="214"/>
                    <a:pt x="554" y="214"/>
                    <a:pt x="554" y="214"/>
                  </a:cubicBezTo>
                  <a:cubicBezTo>
                    <a:pt x="554" y="228"/>
                    <a:pt x="554" y="228"/>
                    <a:pt x="554" y="228"/>
                  </a:cubicBezTo>
                  <a:close/>
                  <a:moveTo>
                    <a:pt x="612" y="176"/>
                  </a:moveTo>
                  <a:cubicBezTo>
                    <a:pt x="618" y="176"/>
                    <a:pt x="623" y="181"/>
                    <a:pt x="623" y="187"/>
                  </a:cubicBezTo>
                  <a:cubicBezTo>
                    <a:pt x="623" y="193"/>
                    <a:pt x="618" y="198"/>
                    <a:pt x="612" y="198"/>
                  </a:cubicBezTo>
                  <a:cubicBezTo>
                    <a:pt x="606" y="198"/>
                    <a:pt x="601" y="193"/>
                    <a:pt x="601" y="187"/>
                  </a:cubicBezTo>
                  <a:cubicBezTo>
                    <a:pt x="601" y="181"/>
                    <a:pt x="606" y="176"/>
                    <a:pt x="612" y="176"/>
                  </a:cubicBezTo>
                  <a:close/>
                  <a:moveTo>
                    <a:pt x="603" y="214"/>
                  </a:moveTo>
                  <a:cubicBezTo>
                    <a:pt x="621" y="214"/>
                    <a:pt x="621" y="214"/>
                    <a:pt x="621" y="214"/>
                  </a:cubicBezTo>
                  <a:cubicBezTo>
                    <a:pt x="621" y="307"/>
                    <a:pt x="621" y="307"/>
                    <a:pt x="621" y="307"/>
                  </a:cubicBezTo>
                  <a:cubicBezTo>
                    <a:pt x="603" y="307"/>
                    <a:pt x="603" y="307"/>
                    <a:pt x="603" y="307"/>
                  </a:cubicBezTo>
                  <a:lnTo>
                    <a:pt x="603" y="214"/>
                  </a:lnTo>
                  <a:close/>
                  <a:moveTo>
                    <a:pt x="683" y="252"/>
                  </a:moveTo>
                  <a:cubicBezTo>
                    <a:pt x="696" y="257"/>
                    <a:pt x="711" y="262"/>
                    <a:pt x="711" y="280"/>
                  </a:cubicBezTo>
                  <a:cubicBezTo>
                    <a:pt x="711" y="299"/>
                    <a:pt x="696" y="309"/>
                    <a:pt x="675" y="309"/>
                  </a:cubicBezTo>
                  <a:cubicBezTo>
                    <a:pt x="663" y="309"/>
                    <a:pt x="651" y="306"/>
                    <a:pt x="644" y="300"/>
                  </a:cubicBezTo>
                  <a:cubicBezTo>
                    <a:pt x="644" y="283"/>
                    <a:pt x="644" y="283"/>
                    <a:pt x="644" y="283"/>
                  </a:cubicBezTo>
                  <a:cubicBezTo>
                    <a:pt x="645" y="283"/>
                    <a:pt x="645" y="283"/>
                    <a:pt x="645" y="283"/>
                  </a:cubicBezTo>
                  <a:cubicBezTo>
                    <a:pt x="653" y="291"/>
                    <a:pt x="664" y="294"/>
                    <a:pt x="675" y="294"/>
                  </a:cubicBezTo>
                  <a:cubicBezTo>
                    <a:pt x="685" y="294"/>
                    <a:pt x="694" y="290"/>
                    <a:pt x="694" y="282"/>
                  </a:cubicBezTo>
                  <a:cubicBezTo>
                    <a:pt x="694" y="274"/>
                    <a:pt x="687" y="272"/>
                    <a:pt x="672" y="267"/>
                  </a:cubicBezTo>
                  <a:cubicBezTo>
                    <a:pt x="659" y="263"/>
                    <a:pt x="644" y="258"/>
                    <a:pt x="644" y="240"/>
                  </a:cubicBezTo>
                  <a:cubicBezTo>
                    <a:pt x="644" y="223"/>
                    <a:pt x="659" y="212"/>
                    <a:pt x="678" y="212"/>
                  </a:cubicBezTo>
                  <a:cubicBezTo>
                    <a:pt x="689" y="212"/>
                    <a:pt x="699" y="214"/>
                    <a:pt x="706" y="220"/>
                  </a:cubicBezTo>
                  <a:cubicBezTo>
                    <a:pt x="706" y="236"/>
                    <a:pt x="706" y="236"/>
                    <a:pt x="706" y="236"/>
                  </a:cubicBezTo>
                  <a:cubicBezTo>
                    <a:pt x="706" y="236"/>
                    <a:pt x="706" y="236"/>
                    <a:pt x="706" y="236"/>
                  </a:cubicBezTo>
                  <a:cubicBezTo>
                    <a:pt x="698" y="230"/>
                    <a:pt x="689" y="227"/>
                    <a:pt x="678" y="227"/>
                  </a:cubicBezTo>
                  <a:cubicBezTo>
                    <a:pt x="667" y="227"/>
                    <a:pt x="661" y="232"/>
                    <a:pt x="661" y="238"/>
                  </a:cubicBezTo>
                  <a:cubicBezTo>
                    <a:pt x="661" y="246"/>
                    <a:pt x="668" y="248"/>
                    <a:pt x="683" y="252"/>
                  </a:cubicBezTo>
                  <a:close/>
                  <a:moveTo>
                    <a:pt x="772" y="309"/>
                  </a:moveTo>
                  <a:cubicBezTo>
                    <a:pt x="745" y="309"/>
                    <a:pt x="726" y="290"/>
                    <a:pt x="726" y="261"/>
                  </a:cubicBezTo>
                  <a:cubicBezTo>
                    <a:pt x="726" y="232"/>
                    <a:pt x="744" y="212"/>
                    <a:pt x="769" y="212"/>
                  </a:cubicBezTo>
                  <a:cubicBezTo>
                    <a:pt x="794" y="212"/>
                    <a:pt x="807" y="230"/>
                    <a:pt x="807" y="258"/>
                  </a:cubicBezTo>
                  <a:cubicBezTo>
                    <a:pt x="807" y="266"/>
                    <a:pt x="807" y="266"/>
                    <a:pt x="807" y="266"/>
                  </a:cubicBezTo>
                  <a:cubicBezTo>
                    <a:pt x="744" y="266"/>
                    <a:pt x="744" y="266"/>
                    <a:pt x="744" y="266"/>
                  </a:cubicBezTo>
                  <a:cubicBezTo>
                    <a:pt x="746" y="284"/>
                    <a:pt x="758" y="293"/>
                    <a:pt x="774" y="293"/>
                  </a:cubicBezTo>
                  <a:cubicBezTo>
                    <a:pt x="785" y="293"/>
                    <a:pt x="792" y="291"/>
                    <a:pt x="800" y="285"/>
                  </a:cubicBezTo>
                  <a:cubicBezTo>
                    <a:pt x="801" y="285"/>
                    <a:pt x="801" y="285"/>
                    <a:pt x="801" y="285"/>
                  </a:cubicBezTo>
                  <a:cubicBezTo>
                    <a:pt x="801" y="300"/>
                    <a:pt x="801" y="300"/>
                    <a:pt x="801" y="300"/>
                  </a:cubicBezTo>
                  <a:cubicBezTo>
                    <a:pt x="793" y="306"/>
                    <a:pt x="783" y="309"/>
                    <a:pt x="772" y="309"/>
                  </a:cubicBezTo>
                  <a:close/>
                  <a:moveTo>
                    <a:pt x="744" y="251"/>
                  </a:moveTo>
                  <a:cubicBezTo>
                    <a:pt x="791" y="251"/>
                    <a:pt x="791" y="251"/>
                    <a:pt x="791" y="251"/>
                  </a:cubicBezTo>
                  <a:cubicBezTo>
                    <a:pt x="790" y="237"/>
                    <a:pt x="783" y="227"/>
                    <a:pt x="769" y="227"/>
                  </a:cubicBezTo>
                  <a:cubicBezTo>
                    <a:pt x="756" y="227"/>
                    <a:pt x="747" y="237"/>
                    <a:pt x="744" y="2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/>
            </a:p>
          </p:txBody>
        </p:sp>
      </p:grp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3DF7D-C96A-4F63-BBD4-20D694625DCA}" type="datetime4">
              <a:rPr lang="en-US" smtClean="0"/>
              <a:t>August 21, 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| Confidential | Internal Use Only </a:t>
            </a: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016F8AB-BCEA-4347-8BA6-BE776009BC89}" type="slidenum">
              <a:rPr/>
              <a:pPr/>
              <a:t>‹#›</a:t>
            </a:fld>
            <a:endParaRPr/>
          </a:p>
        </p:txBody>
      </p:sp>
      <p:sp>
        <p:nvSpPr>
          <p:cNvPr id="10" name="Freeform 9"/>
          <p:cNvSpPr/>
          <p:nvPr/>
        </p:nvSpPr>
        <p:spPr>
          <a:xfrm>
            <a:off x="608013" y="462819"/>
            <a:ext cx="10986134" cy="1957368"/>
          </a:xfrm>
          <a:custGeom>
            <a:avLst/>
            <a:gdLst>
              <a:gd name="connsiteX0" fmla="*/ 188969 w 10986134"/>
              <a:gd name="connsiteY0" fmla="*/ 176957 h 1957368"/>
              <a:gd name="connsiteX1" fmla="*/ 188969 w 10986134"/>
              <a:gd name="connsiteY1" fmla="*/ 1768399 h 1957368"/>
              <a:gd name="connsiteX2" fmla="*/ 10797165 w 10986134"/>
              <a:gd name="connsiteY2" fmla="*/ 1768399 h 1957368"/>
              <a:gd name="connsiteX3" fmla="*/ 10797165 w 10986134"/>
              <a:gd name="connsiteY3" fmla="*/ 176957 h 1957368"/>
              <a:gd name="connsiteX4" fmla="*/ 10797165 w 10986134"/>
              <a:gd name="connsiteY4" fmla="*/ 0 h 1957368"/>
              <a:gd name="connsiteX5" fmla="*/ 10986134 w 10986134"/>
              <a:gd name="connsiteY5" fmla="*/ 0 h 1957368"/>
              <a:gd name="connsiteX6" fmla="*/ 10986134 w 10986134"/>
              <a:gd name="connsiteY6" fmla="*/ 1957368 h 1957368"/>
              <a:gd name="connsiteX7" fmla="*/ 10971369 w 10986134"/>
              <a:gd name="connsiteY7" fmla="*/ 1957368 h 1957368"/>
              <a:gd name="connsiteX8" fmla="*/ 10797165 w 10986134"/>
              <a:gd name="connsiteY8" fmla="*/ 1957368 h 1957368"/>
              <a:gd name="connsiteX9" fmla="*/ 188969 w 10986134"/>
              <a:gd name="connsiteY9" fmla="*/ 1957368 h 1957368"/>
              <a:gd name="connsiteX10" fmla="*/ 14764 w 10986134"/>
              <a:gd name="connsiteY10" fmla="*/ 1957368 h 1957368"/>
              <a:gd name="connsiteX11" fmla="*/ 0 w 10986134"/>
              <a:gd name="connsiteY11" fmla="*/ 1957368 h 1957368"/>
              <a:gd name="connsiteX12" fmla="*/ 0 w 10986134"/>
              <a:gd name="connsiteY12" fmla="*/ 0 h 1957368"/>
              <a:gd name="connsiteX13" fmla="*/ 14764 w 10986134"/>
              <a:gd name="connsiteY13" fmla="*/ 0 h 1957368"/>
              <a:gd name="connsiteX14" fmla="*/ 188969 w 10986134"/>
              <a:gd name="connsiteY14" fmla="*/ 0 h 1957368"/>
              <a:gd name="connsiteX15" fmla="*/ 10797165 w 10986134"/>
              <a:gd name="connsiteY15" fmla="*/ 0 h 195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986134" h="1957368">
                <a:moveTo>
                  <a:pt x="188969" y="176957"/>
                </a:moveTo>
                <a:lnTo>
                  <a:pt x="188969" y="1768399"/>
                </a:lnTo>
                <a:lnTo>
                  <a:pt x="10797165" y="1768399"/>
                </a:lnTo>
                <a:lnTo>
                  <a:pt x="10797165" y="176957"/>
                </a:lnTo>
                <a:close/>
                <a:moveTo>
                  <a:pt x="10797165" y="0"/>
                </a:moveTo>
                <a:lnTo>
                  <a:pt x="10986134" y="0"/>
                </a:lnTo>
                <a:lnTo>
                  <a:pt x="10986134" y="1957368"/>
                </a:lnTo>
                <a:lnTo>
                  <a:pt x="10971369" y="1957368"/>
                </a:lnTo>
                <a:lnTo>
                  <a:pt x="10797165" y="1957368"/>
                </a:lnTo>
                <a:lnTo>
                  <a:pt x="188969" y="1957368"/>
                </a:lnTo>
                <a:lnTo>
                  <a:pt x="14764" y="1957368"/>
                </a:lnTo>
                <a:lnTo>
                  <a:pt x="0" y="1957368"/>
                </a:lnTo>
                <a:lnTo>
                  <a:pt x="0" y="0"/>
                </a:lnTo>
                <a:lnTo>
                  <a:pt x="14764" y="0"/>
                </a:lnTo>
                <a:lnTo>
                  <a:pt x="188969" y="0"/>
                </a:lnTo>
                <a:lnTo>
                  <a:pt x="10797165" y="0"/>
                </a:lnTo>
                <a:close/>
              </a:path>
            </a:pathLst>
          </a:custGeom>
          <a:solidFill>
            <a:schemeClr val="accent3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90000"/>
              </a:lnSpc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63455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3213" y="381000"/>
            <a:ext cx="9456737" cy="2286000"/>
          </a:xfrm>
        </p:spPr>
        <p:txBody>
          <a:bodyPr>
            <a:noAutofit/>
          </a:bodyPr>
          <a:lstStyle>
            <a:lvl1pPr marL="384048" indent="-384048">
              <a:lnSpc>
                <a:spcPct val="80000"/>
              </a:lnSpc>
              <a:defRPr sz="6000"/>
            </a:lvl1pPr>
          </a:lstStyle>
          <a:p>
            <a:r>
              <a:rPr dirty="0"/>
              <a:t>“Click to add quote here. Type quotation marks before and after text.”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28052" y="2819400"/>
            <a:ext cx="9031897" cy="13716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t>Click to add quoted person’s name, title, company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610272" y="6248401"/>
            <a:ext cx="969471" cy="390524"/>
            <a:chOff x="3578225" y="1146175"/>
            <a:chExt cx="5038725" cy="2111375"/>
          </a:xfrm>
        </p:grpSpPr>
        <p:sp>
          <p:nvSpPr>
            <p:cNvPr id="8" name="Freeform 5"/>
            <p:cNvSpPr>
              <a:spLocks noEditPoints="1"/>
            </p:cNvSpPr>
            <p:nvPr/>
          </p:nvSpPr>
          <p:spPr bwMode="auto">
            <a:xfrm>
              <a:off x="3578225" y="1146175"/>
              <a:ext cx="1725613" cy="498475"/>
            </a:xfrm>
            <a:custGeom>
              <a:avLst/>
              <a:gdLst>
                <a:gd name="T0" fmla="*/ 0 w 1087"/>
                <a:gd name="T1" fmla="*/ 0 h 314"/>
                <a:gd name="T2" fmla="*/ 0 w 1087"/>
                <a:gd name="T3" fmla="*/ 314 h 314"/>
                <a:gd name="T4" fmla="*/ 0 w 1087"/>
                <a:gd name="T5" fmla="*/ 314 h 314"/>
                <a:gd name="T6" fmla="*/ 1087 w 1087"/>
                <a:gd name="T7" fmla="*/ 314 h 314"/>
                <a:gd name="T8" fmla="*/ 1087 w 1087"/>
                <a:gd name="T9" fmla="*/ 0 h 314"/>
                <a:gd name="T10" fmla="*/ 0 w 1087"/>
                <a:gd name="T11" fmla="*/ 0 h 314"/>
                <a:gd name="T12" fmla="*/ 1018 w 1087"/>
                <a:gd name="T13" fmla="*/ 245 h 314"/>
                <a:gd name="T14" fmla="*/ 69 w 1087"/>
                <a:gd name="T15" fmla="*/ 245 h 314"/>
                <a:gd name="T16" fmla="*/ 69 w 1087"/>
                <a:gd name="T17" fmla="*/ 69 h 314"/>
                <a:gd name="T18" fmla="*/ 1018 w 1087"/>
                <a:gd name="T19" fmla="*/ 69 h 314"/>
                <a:gd name="T20" fmla="*/ 1018 w 1087"/>
                <a:gd name="T21" fmla="*/ 245 h 314"/>
                <a:gd name="T22" fmla="*/ 1018 w 1087"/>
                <a:gd name="T23" fmla="*/ 245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87" h="314">
                  <a:moveTo>
                    <a:pt x="0" y="0"/>
                  </a:moveTo>
                  <a:lnTo>
                    <a:pt x="0" y="314"/>
                  </a:lnTo>
                  <a:lnTo>
                    <a:pt x="0" y="314"/>
                  </a:lnTo>
                  <a:lnTo>
                    <a:pt x="1087" y="314"/>
                  </a:lnTo>
                  <a:lnTo>
                    <a:pt x="1087" y="0"/>
                  </a:lnTo>
                  <a:lnTo>
                    <a:pt x="0" y="0"/>
                  </a:lnTo>
                  <a:close/>
                  <a:moveTo>
                    <a:pt x="1018" y="245"/>
                  </a:moveTo>
                  <a:lnTo>
                    <a:pt x="69" y="245"/>
                  </a:lnTo>
                  <a:lnTo>
                    <a:pt x="69" y="69"/>
                  </a:lnTo>
                  <a:lnTo>
                    <a:pt x="1018" y="69"/>
                  </a:lnTo>
                  <a:lnTo>
                    <a:pt x="1018" y="245"/>
                  </a:lnTo>
                  <a:lnTo>
                    <a:pt x="1018" y="245"/>
                  </a:lnTo>
                  <a:close/>
                </a:path>
              </a:pathLst>
            </a:custGeom>
            <a:solidFill>
              <a:srgbClr val="00B3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/>
            </a:p>
          </p:txBody>
        </p:sp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3578225" y="1968500"/>
              <a:ext cx="5038725" cy="1289050"/>
            </a:xfrm>
            <a:custGeom>
              <a:avLst/>
              <a:gdLst>
                <a:gd name="T0" fmla="*/ 80 w 1341"/>
                <a:gd name="T1" fmla="*/ 52 h 342"/>
                <a:gd name="T2" fmla="*/ 29 w 1341"/>
                <a:gd name="T3" fmla="*/ 77 h 342"/>
                <a:gd name="T4" fmla="*/ 212 w 1341"/>
                <a:gd name="T5" fmla="*/ 93 h 342"/>
                <a:gd name="T6" fmla="*/ 174 w 1341"/>
                <a:gd name="T7" fmla="*/ 134 h 342"/>
                <a:gd name="T8" fmla="*/ 272 w 1341"/>
                <a:gd name="T9" fmla="*/ 132 h 342"/>
                <a:gd name="T10" fmla="*/ 276 w 1341"/>
                <a:gd name="T11" fmla="*/ 38 h 342"/>
                <a:gd name="T12" fmla="*/ 327 w 1341"/>
                <a:gd name="T13" fmla="*/ 132 h 342"/>
                <a:gd name="T14" fmla="*/ 398 w 1341"/>
                <a:gd name="T15" fmla="*/ 0 h 342"/>
                <a:gd name="T16" fmla="*/ 402 w 1341"/>
                <a:gd name="T17" fmla="*/ 134 h 342"/>
                <a:gd name="T18" fmla="*/ 448 w 1341"/>
                <a:gd name="T19" fmla="*/ 93 h 342"/>
                <a:gd name="T20" fmla="*/ 448 w 1341"/>
                <a:gd name="T21" fmla="*/ 74 h 342"/>
                <a:gd name="T22" fmla="*/ 642 w 1341"/>
                <a:gd name="T23" fmla="*/ 60 h 342"/>
                <a:gd name="T24" fmla="*/ 642 w 1341"/>
                <a:gd name="T25" fmla="*/ 131 h 342"/>
                <a:gd name="T26" fmla="*/ 570 w 1341"/>
                <a:gd name="T27" fmla="*/ 111 h 342"/>
                <a:gd name="T28" fmla="*/ 530 w 1341"/>
                <a:gd name="T29" fmla="*/ 60 h 342"/>
                <a:gd name="T30" fmla="*/ 558 w 1341"/>
                <a:gd name="T31" fmla="*/ 38 h 342"/>
                <a:gd name="T32" fmla="*/ 738 w 1341"/>
                <a:gd name="T33" fmla="*/ 89 h 342"/>
                <a:gd name="T34" fmla="*/ 787 w 1341"/>
                <a:gd name="T35" fmla="*/ 45 h 342"/>
                <a:gd name="T36" fmla="*/ 736 w 1341"/>
                <a:gd name="T37" fmla="*/ 65 h 342"/>
                <a:gd name="T38" fmla="*/ 848 w 1341"/>
                <a:gd name="T39" fmla="*/ 73 h 342"/>
                <a:gd name="T40" fmla="*/ 876 w 1341"/>
                <a:gd name="T41" fmla="*/ 73 h 342"/>
                <a:gd name="T42" fmla="*/ 833 w 1341"/>
                <a:gd name="T43" fmla="*/ 91 h 342"/>
                <a:gd name="T44" fmla="*/ 965 w 1341"/>
                <a:gd name="T45" fmla="*/ 43 h 342"/>
                <a:gd name="T46" fmla="*/ 964 w 1341"/>
                <a:gd name="T47" fmla="*/ 103 h 342"/>
                <a:gd name="T48" fmla="*/ 1010 w 1341"/>
                <a:gd name="T49" fmla="*/ 132 h 342"/>
                <a:gd name="T50" fmla="*/ 1070 w 1341"/>
                <a:gd name="T51" fmla="*/ 38 h 342"/>
                <a:gd name="T52" fmla="*/ 1010 w 1341"/>
                <a:gd name="T53" fmla="*/ 89 h 342"/>
                <a:gd name="T54" fmla="*/ 1133 w 1341"/>
                <a:gd name="T55" fmla="*/ 73 h 342"/>
                <a:gd name="T56" fmla="*/ 1160 w 1341"/>
                <a:gd name="T57" fmla="*/ 73 h 342"/>
                <a:gd name="T58" fmla="*/ 1117 w 1341"/>
                <a:gd name="T59" fmla="*/ 91 h 342"/>
                <a:gd name="T60" fmla="*/ 1239 w 1341"/>
                <a:gd name="T61" fmla="*/ 39 h 342"/>
                <a:gd name="T62" fmla="*/ 1180 w 1341"/>
                <a:gd name="T63" fmla="*/ 132 h 342"/>
                <a:gd name="T64" fmla="*/ 1246 w 1341"/>
                <a:gd name="T65" fmla="*/ 85 h 342"/>
                <a:gd name="T66" fmla="*/ 1314 w 1341"/>
                <a:gd name="T67" fmla="*/ 132 h 342"/>
                <a:gd name="T68" fmla="*/ 1295 w 1341"/>
                <a:gd name="T69" fmla="*/ 110 h 342"/>
                <a:gd name="T70" fmla="*/ 18 w 1341"/>
                <a:gd name="T71" fmla="*/ 231 h 342"/>
                <a:gd name="T72" fmla="*/ 81 w 1341"/>
                <a:gd name="T73" fmla="*/ 307 h 342"/>
                <a:gd name="T74" fmla="*/ 164 w 1341"/>
                <a:gd name="T75" fmla="*/ 307 h 342"/>
                <a:gd name="T76" fmla="*/ 103 w 1341"/>
                <a:gd name="T77" fmla="*/ 214 h 342"/>
                <a:gd name="T78" fmla="*/ 252 w 1341"/>
                <a:gd name="T79" fmla="*/ 229 h 342"/>
                <a:gd name="T80" fmla="*/ 252 w 1341"/>
                <a:gd name="T81" fmla="*/ 307 h 342"/>
                <a:gd name="T82" fmla="*/ 211 w 1341"/>
                <a:gd name="T83" fmla="*/ 214 h 342"/>
                <a:gd name="T84" fmla="*/ 305 w 1341"/>
                <a:gd name="T85" fmla="*/ 212 h 342"/>
                <a:gd name="T86" fmla="*/ 338 w 1341"/>
                <a:gd name="T87" fmla="*/ 285 h 342"/>
                <a:gd name="T88" fmla="*/ 281 w 1341"/>
                <a:gd name="T89" fmla="*/ 251 h 342"/>
                <a:gd name="T90" fmla="*/ 403 w 1341"/>
                <a:gd name="T91" fmla="*/ 229 h 342"/>
                <a:gd name="T92" fmla="*/ 382 w 1341"/>
                <a:gd name="T93" fmla="*/ 228 h 342"/>
                <a:gd name="T94" fmla="*/ 430 w 1341"/>
                <a:gd name="T95" fmla="*/ 342 h 342"/>
                <a:gd name="T96" fmla="*/ 498 w 1341"/>
                <a:gd name="T97" fmla="*/ 260 h 342"/>
                <a:gd name="T98" fmla="*/ 577 w 1341"/>
                <a:gd name="T99" fmla="*/ 212 h 342"/>
                <a:gd name="T100" fmla="*/ 554 w 1341"/>
                <a:gd name="T101" fmla="*/ 307 h 342"/>
                <a:gd name="T102" fmla="*/ 623 w 1341"/>
                <a:gd name="T103" fmla="*/ 187 h 342"/>
                <a:gd name="T104" fmla="*/ 621 w 1341"/>
                <a:gd name="T105" fmla="*/ 307 h 342"/>
                <a:gd name="T106" fmla="*/ 644 w 1341"/>
                <a:gd name="T107" fmla="*/ 300 h 342"/>
                <a:gd name="T108" fmla="*/ 644 w 1341"/>
                <a:gd name="T109" fmla="*/ 240 h 342"/>
                <a:gd name="T110" fmla="*/ 661 w 1341"/>
                <a:gd name="T111" fmla="*/ 238 h 342"/>
                <a:gd name="T112" fmla="*/ 807 w 1341"/>
                <a:gd name="T113" fmla="*/ 266 h 342"/>
                <a:gd name="T114" fmla="*/ 772 w 1341"/>
                <a:gd name="T115" fmla="*/ 309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341" h="342">
                  <a:moveTo>
                    <a:pt x="29" y="132"/>
                  </a:moveTo>
                  <a:cubicBezTo>
                    <a:pt x="0" y="132"/>
                    <a:pt x="0" y="132"/>
                    <a:pt x="0" y="13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80" y="52"/>
                    <a:pt x="80" y="52"/>
                    <a:pt x="80" y="52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09" y="132"/>
                    <a:pt x="109" y="132"/>
                    <a:pt x="109" y="132"/>
                  </a:cubicBezTo>
                  <a:cubicBezTo>
                    <a:pt x="80" y="132"/>
                    <a:pt x="80" y="132"/>
                    <a:pt x="80" y="132"/>
                  </a:cubicBezTo>
                  <a:cubicBezTo>
                    <a:pt x="80" y="77"/>
                    <a:pt x="80" y="77"/>
                    <a:pt x="80" y="77"/>
                  </a:cubicBezTo>
                  <a:cubicBezTo>
                    <a:pt x="29" y="77"/>
                    <a:pt x="29" y="77"/>
                    <a:pt x="29" y="77"/>
                  </a:cubicBezTo>
                  <a:lnTo>
                    <a:pt x="29" y="132"/>
                  </a:lnTo>
                  <a:close/>
                  <a:moveTo>
                    <a:pt x="174" y="134"/>
                  </a:moveTo>
                  <a:cubicBezTo>
                    <a:pt x="145" y="134"/>
                    <a:pt x="125" y="116"/>
                    <a:pt x="125" y="85"/>
                  </a:cubicBezTo>
                  <a:cubicBezTo>
                    <a:pt x="125" y="56"/>
                    <a:pt x="144" y="36"/>
                    <a:pt x="170" y="36"/>
                  </a:cubicBezTo>
                  <a:cubicBezTo>
                    <a:pt x="198" y="36"/>
                    <a:pt x="212" y="55"/>
                    <a:pt x="212" y="83"/>
                  </a:cubicBezTo>
                  <a:cubicBezTo>
                    <a:pt x="212" y="93"/>
                    <a:pt x="212" y="93"/>
                    <a:pt x="212" y="93"/>
                  </a:cubicBezTo>
                  <a:cubicBezTo>
                    <a:pt x="152" y="93"/>
                    <a:pt x="152" y="93"/>
                    <a:pt x="152" y="93"/>
                  </a:cubicBezTo>
                  <a:cubicBezTo>
                    <a:pt x="155" y="108"/>
                    <a:pt x="167" y="112"/>
                    <a:pt x="178" y="112"/>
                  </a:cubicBezTo>
                  <a:cubicBezTo>
                    <a:pt x="188" y="112"/>
                    <a:pt x="195" y="110"/>
                    <a:pt x="204" y="104"/>
                  </a:cubicBezTo>
                  <a:cubicBezTo>
                    <a:pt x="205" y="104"/>
                    <a:pt x="205" y="104"/>
                    <a:pt x="205" y="104"/>
                  </a:cubicBezTo>
                  <a:cubicBezTo>
                    <a:pt x="205" y="126"/>
                    <a:pt x="205" y="126"/>
                    <a:pt x="205" y="126"/>
                  </a:cubicBezTo>
                  <a:cubicBezTo>
                    <a:pt x="198" y="131"/>
                    <a:pt x="187" y="134"/>
                    <a:pt x="174" y="134"/>
                  </a:cubicBezTo>
                  <a:close/>
                  <a:moveTo>
                    <a:pt x="152" y="74"/>
                  </a:moveTo>
                  <a:cubicBezTo>
                    <a:pt x="186" y="74"/>
                    <a:pt x="186" y="74"/>
                    <a:pt x="186" y="74"/>
                  </a:cubicBezTo>
                  <a:cubicBezTo>
                    <a:pt x="186" y="64"/>
                    <a:pt x="182" y="58"/>
                    <a:pt x="170" y="58"/>
                  </a:cubicBezTo>
                  <a:cubicBezTo>
                    <a:pt x="162" y="58"/>
                    <a:pt x="155" y="61"/>
                    <a:pt x="152" y="74"/>
                  </a:cubicBezTo>
                  <a:close/>
                  <a:moveTo>
                    <a:pt x="287" y="77"/>
                  </a:moveTo>
                  <a:cubicBezTo>
                    <a:pt x="272" y="132"/>
                    <a:pt x="272" y="132"/>
                    <a:pt x="272" y="132"/>
                  </a:cubicBezTo>
                  <a:cubicBezTo>
                    <a:pt x="247" y="132"/>
                    <a:pt x="247" y="132"/>
                    <a:pt x="247" y="132"/>
                  </a:cubicBezTo>
                  <a:cubicBezTo>
                    <a:pt x="218" y="39"/>
                    <a:pt x="218" y="39"/>
                    <a:pt x="218" y="39"/>
                  </a:cubicBezTo>
                  <a:cubicBezTo>
                    <a:pt x="218" y="38"/>
                    <a:pt x="218" y="38"/>
                    <a:pt x="218" y="38"/>
                  </a:cubicBezTo>
                  <a:cubicBezTo>
                    <a:pt x="246" y="38"/>
                    <a:pt x="246" y="38"/>
                    <a:pt x="246" y="38"/>
                  </a:cubicBezTo>
                  <a:cubicBezTo>
                    <a:pt x="261" y="93"/>
                    <a:pt x="261" y="93"/>
                    <a:pt x="261" y="93"/>
                  </a:cubicBezTo>
                  <a:cubicBezTo>
                    <a:pt x="276" y="38"/>
                    <a:pt x="276" y="38"/>
                    <a:pt x="276" y="38"/>
                  </a:cubicBezTo>
                  <a:cubicBezTo>
                    <a:pt x="298" y="38"/>
                    <a:pt x="298" y="38"/>
                    <a:pt x="298" y="38"/>
                  </a:cubicBezTo>
                  <a:cubicBezTo>
                    <a:pt x="313" y="93"/>
                    <a:pt x="313" y="93"/>
                    <a:pt x="313" y="93"/>
                  </a:cubicBezTo>
                  <a:cubicBezTo>
                    <a:pt x="329" y="38"/>
                    <a:pt x="329" y="38"/>
                    <a:pt x="329" y="38"/>
                  </a:cubicBezTo>
                  <a:cubicBezTo>
                    <a:pt x="355" y="38"/>
                    <a:pt x="355" y="38"/>
                    <a:pt x="355" y="38"/>
                  </a:cubicBezTo>
                  <a:cubicBezTo>
                    <a:pt x="355" y="39"/>
                    <a:pt x="355" y="39"/>
                    <a:pt x="355" y="39"/>
                  </a:cubicBezTo>
                  <a:cubicBezTo>
                    <a:pt x="327" y="132"/>
                    <a:pt x="327" y="132"/>
                    <a:pt x="327" y="132"/>
                  </a:cubicBezTo>
                  <a:cubicBezTo>
                    <a:pt x="302" y="132"/>
                    <a:pt x="302" y="132"/>
                    <a:pt x="302" y="132"/>
                  </a:cubicBezTo>
                  <a:lnTo>
                    <a:pt x="287" y="77"/>
                  </a:lnTo>
                  <a:close/>
                  <a:moveTo>
                    <a:pt x="402" y="134"/>
                  </a:moveTo>
                  <a:cubicBezTo>
                    <a:pt x="379" y="134"/>
                    <a:pt x="370" y="125"/>
                    <a:pt x="370" y="104"/>
                  </a:cubicBezTo>
                  <a:cubicBezTo>
                    <a:pt x="370" y="0"/>
                    <a:pt x="370" y="0"/>
                    <a:pt x="370" y="0"/>
                  </a:cubicBezTo>
                  <a:cubicBezTo>
                    <a:pt x="398" y="0"/>
                    <a:pt x="398" y="0"/>
                    <a:pt x="398" y="0"/>
                  </a:cubicBezTo>
                  <a:cubicBezTo>
                    <a:pt x="398" y="102"/>
                    <a:pt x="398" y="102"/>
                    <a:pt x="398" y="102"/>
                  </a:cubicBezTo>
                  <a:cubicBezTo>
                    <a:pt x="398" y="108"/>
                    <a:pt x="400" y="111"/>
                    <a:pt x="406" y="111"/>
                  </a:cubicBezTo>
                  <a:cubicBezTo>
                    <a:pt x="408" y="111"/>
                    <a:pt x="410" y="110"/>
                    <a:pt x="412" y="109"/>
                  </a:cubicBezTo>
                  <a:cubicBezTo>
                    <a:pt x="413" y="109"/>
                    <a:pt x="413" y="109"/>
                    <a:pt x="413" y="109"/>
                  </a:cubicBezTo>
                  <a:cubicBezTo>
                    <a:pt x="413" y="132"/>
                    <a:pt x="413" y="132"/>
                    <a:pt x="413" y="132"/>
                  </a:cubicBezTo>
                  <a:cubicBezTo>
                    <a:pt x="410" y="133"/>
                    <a:pt x="406" y="134"/>
                    <a:pt x="402" y="134"/>
                  </a:cubicBezTo>
                  <a:close/>
                  <a:moveTo>
                    <a:pt x="469" y="134"/>
                  </a:moveTo>
                  <a:cubicBezTo>
                    <a:pt x="440" y="134"/>
                    <a:pt x="420" y="116"/>
                    <a:pt x="420" y="85"/>
                  </a:cubicBezTo>
                  <a:cubicBezTo>
                    <a:pt x="420" y="56"/>
                    <a:pt x="440" y="36"/>
                    <a:pt x="465" y="36"/>
                  </a:cubicBezTo>
                  <a:cubicBezTo>
                    <a:pt x="494" y="36"/>
                    <a:pt x="507" y="55"/>
                    <a:pt x="507" y="83"/>
                  </a:cubicBezTo>
                  <a:cubicBezTo>
                    <a:pt x="507" y="93"/>
                    <a:pt x="507" y="93"/>
                    <a:pt x="507" y="93"/>
                  </a:cubicBezTo>
                  <a:cubicBezTo>
                    <a:pt x="448" y="93"/>
                    <a:pt x="448" y="93"/>
                    <a:pt x="448" y="93"/>
                  </a:cubicBezTo>
                  <a:cubicBezTo>
                    <a:pt x="451" y="108"/>
                    <a:pt x="462" y="112"/>
                    <a:pt x="474" y="112"/>
                  </a:cubicBezTo>
                  <a:cubicBezTo>
                    <a:pt x="484" y="112"/>
                    <a:pt x="491" y="110"/>
                    <a:pt x="500" y="104"/>
                  </a:cubicBezTo>
                  <a:cubicBezTo>
                    <a:pt x="501" y="104"/>
                    <a:pt x="501" y="104"/>
                    <a:pt x="501" y="104"/>
                  </a:cubicBezTo>
                  <a:cubicBezTo>
                    <a:pt x="501" y="126"/>
                    <a:pt x="501" y="126"/>
                    <a:pt x="501" y="126"/>
                  </a:cubicBezTo>
                  <a:cubicBezTo>
                    <a:pt x="493" y="131"/>
                    <a:pt x="482" y="134"/>
                    <a:pt x="469" y="134"/>
                  </a:cubicBezTo>
                  <a:close/>
                  <a:moveTo>
                    <a:pt x="448" y="74"/>
                  </a:moveTo>
                  <a:cubicBezTo>
                    <a:pt x="482" y="74"/>
                    <a:pt x="482" y="74"/>
                    <a:pt x="482" y="74"/>
                  </a:cubicBezTo>
                  <a:cubicBezTo>
                    <a:pt x="481" y="64"/>
                    <a:pt x="477" y="58"/>
                    <a:pt x="466" y="58"/>
                  </a:cubicBezTo>
                  <a:cubicBezTo>
                    <a:pt x="457" y="58"/>
                    <a:pt x="450" y="61"/>
                    <a:pt x="448" y="74"/>
                  </a:cubicBezTo>
                  <a:close/>
                  <a:moveTo>
                    <a:pt x="622" y="38"/>
                  </a:moveTo>
                  <a:cubicBezTo>
                    <a:pt x="642" y="38"/>
                    <a:pt x="642" y="38"/>
                    <a:pt x="642" y="38"/>
                  </a:cubicBezTo>
                  <a:cubicBezTo>
                    <a:pt x="642" y="60"/>
                    <a:pt x="642" y="60"/>
                    <a:pt x="642" y="60"/>
                  </a:cubicBezTo>
                  <a:cubicBezTo>
                    <a:pt x="622" y="60"/>
                    <a:pt x="622" y="60"/>
                    <a:pt x="622" y="60"/>
                  </a:cubicBezTo>
                  <a:cubicBezTo>
                    <a:pt x="622" y="99"/>
                    <a:pt x="622" y="99"/>
                    <a:pt x="622" y="99"/>
                  </a:cubicBezTo>
                  <a:cubicBezTo>
                    <a:pt x="622" y="107"/>
                    <a:pt x="625" y="111"/>
                    <a:pt x="633" y="111"/>
                  </a:cubicBezTo>
                  <a:cubicBezTo>
                    <a:pt x="636" y="111"/>
                    <a:pt x="639" y="110"/>
                    <a:pt x="642" y="109"/>
                  </a:cubicBezTo>
                  <a:cubicBezTo>
                    <a:pt x="642" y="109"/>
                    <a:pt x="642" y="109"/>
                    <a:pt x="642" y="109"/>
                  </a:cubicBezTo>
                  <a:cubicBezTo>
                    <a:pt x="642" y="131"/>
                    <a:pt x="642" y="131"/>
                    <a:pt x="642" y="131"/>
                  </a:cubicBezTo>
                  <a:cubicBezTo>
                    <a:pt x="639" y="132"/>
                    <a:pt x="633" y="134"/>
                    <a:pt x="625" y="134"/>
                  </a:cubicBezTo>
                  <a:cubicBezTo>
                    <a:pt x="603" y="134"/>
                    <a:pt x="594" y="124"/>
                    <a:pt x="594" y="100"/>
                  </a:cubicBezTo>
                  <a:cubicBezTo>
                    <a:pt x="594" y="60"/>
                    <a:pt x="594" y="60"/>
                    <a:pt x="594" y="60"/>
                  </a:cubicBezTo>
                  <a:cubicBezTo>
                    <a:pt x="558" y="60"/>
                    <a:pt x="558" y="60"/>
                    <a:pt x="558" y="60"/>
                  </a:cubicBezTo>
                  <a:cubicBezTo>
                    <a:pt x="558" y="99"/>
                    <a:pt x="558" y="99"/>
                    <a:pt x="558" y="99"/>
                  </a:cubicBezTo>
                  <a:cubicBezTo>
                    <a:pt x="558" y="107"/>
                    <a:pt x="561" y="111"/>
                    <a:pt x="570" y="111"/>
                  </a:cubicBezTo>
                  <a:cubicBezTo>
                    <a:pt x="572" y="111"/>
                    <a:pt x="575" y="110"/>
                    <a:pt x="578" y="109"/>
                  </a:cubicBezTo>
                  <a:cubicBezTo>
                    <a:pt x="579" y="109"/>
                    <a:pt x="579" y="109"/>
                    <a:pt x="579" y="109"/>
                  </a:cubicBezTo>
                  <a:cubicBezTo>
                    <a:pt x="579" y="131"/>
                    <a:pt x="579" y="131"/>
                    <a:pt x="579" y="131"/>
                  </a:cubicBezTo>
                  <a:cubicBezTo>
                    <a:pt x="575" y="132"/>
                    <a:pt x="570" y="134"/>
                    <a:pt x="562" y="134"/>
                  </a:cubicBezTo>
                  <a:cubicBezTo>
                    <a:pt x="539" y="134"/>
                    <a:pt x="530" y="124"/>
                    <a:pt x="530" y="100"/>
                  </a:cubicBezTo>
                  <a:cubicBezTo>
                    <a:pt x="530" y="60"/>
                    <a:pt x="530" y="60"/>
                    <a:pt x="530" y="60"/>
                  </a:cubicBezTo>
                  <a:cubicBezTo>
                    <a:pt x="516" y="60"/>
                    <a:pt x="516" y="60"/>
                    <a:pt x="516" y="60"/>
                  </a:cubicBezTo>
                  <a:cubicBezTo>
                    <a:pt x="516" y="38"/>
                    <a:pt x="516" y="38"/>
                    <a:pt x="516" y="38"/>
                  </a:cubicBezTo>
                  <a:cubicBezTo>
                    <a:pt x="530" y="38"/>
                    <a:pt x="530" y="38"/>
                    <a:pt x="530" y="38"/>
                  </a:cubicBezTo>
                  <a:cubicBezTo>
                    <a:pt x="530" y="12"/>
                    <a:pt x="530" y="12"/>
                    <a:pt x="530" y="12"/>
                  </a:cubicBezTo>
                  <a:cubicBezTo>
                    <a:pt x="558" y="12"/>
                    <a:pt x="558" y="12"/>
                    <a:pt x="558" y="12"/>
                  </a:cubicBezTo>
                  <a:cubicBezTo>
                    <a:pt x="558" y="38"/>
                    <a:pt x="558" y="38"/>
                    <a:pt x="558" y="38"/>
                  </a:cubicBezTo>
                  <a:cubicBezTo>
                    <a:pt x="594" y="38"/>
                    <a:pt x="594" y="38"/>
                    <a:pt x="594" y="38"/>
                  </a:cubicBezTo>
                  <a:cubicBezTo>
                    <a:pt x="594" y="12"/>
                    <a:pt x="594" y="12"/>
                    <a:pt x="594" y="12"/>
                  </a:cubicBezTo>
                  <a:cubicBezTo>
                    <a:pt x="622" y="12"/>
                    <a:pt x="622" y="12"/>
                    <a:pt x="622" y="12"/>
                  </a:cubicBezTo>
                  <a:cubicBezTo>
                    <a:pt x="622" y="38"/>
                    <a:pt x="622" y="38"/>
                    <a:pt x="622" y="38"/>
                  </a:cubicBezTo>
                  <a:close/>
                  <a:moveTo>
                    <a:pt x="787" y="45"/>
                  </a:moveTo>
                  <a:cubicBezTo>
                    <a:pt x="787" y="73"/>
                    <a:pt x="768" y="89"/>
                    <a:pt x="738" y="89"/>
                  </a:cubicBezTo>
                  <a:cubicBezTo>
                    <a:pt x="718" y="89"/>
                    <a:pt x="718" y="89"/>
                    <a:pt x="718" y="89"/>
                  </a:cubicBezTo>
                  <a:cubicBezTo>
                    <a:pt x="718" y="132"/>
                    <a:pt x="718" y="132"/>
                    <a:pt x="718" y="132"/>
                  </a:cubicBezTo>
                  <a:cubicBezTo>
                    <a:pt x="689" y="132"/>
                    <a:pt x="689" y="132"/>
                    <a:pt x="689" y="132"/>
                  </a:cubicBezTo>
                  <a:cubicBezTo>
                    <a:pt x="689" y="0"/>
                    <a:pt x="689" y="0"/>
                    <a:pt x="689" y="0"/>
                  </a:cubicBezTo>
                  <a:cubicBezTo>
                    <a:pt x="738" y="0"/>
                    <a:pt x="738" y="0"/>
                    <a:pt x="738" y="0"/>
                  </a:cubicBezTo>
                  <a:cubicBezTo>
                    <a:pt x="768" y="0"/>
                    <a:pt x="787" y="16"/>
                    <a:pt x="787" y="45"/>
                  </a:cubicBezTo>
                  <a:close/>
                  <a:moveTo>
                    <a:pt x="736" y="65"/>
                  </a:moveTo>
                  <a:cubicBezTo>
                    <a:pt x="751" y="65"/>
                    <a:pt x="758" y="57"/>
                    <a:pt x="758" y="45"/>
                  </a:cubicBezTo>
                  <a:cubicBezTo>
                    <a:pt x="758" y="33"/>
                    <a:pt x="751" y="24"/>
                    <a:pt x="736" y="24"/>
                  </a:cubicBezTo>
                  <a:cubicBezTo>
                    <a:pt x="718" y="24"/>
                    <a:pt x="718" y="24"/>
                    <a:pt x="718" y="24"/>
                  </a:cubicBezTo>
                  <a:cubicBezTo>
                    <a:pt x="718" y="65"/>
                    <a:pt x="718" y="65"/>
                    <a:pt x="718" y="65"/>
                  </a:cubicBezTo>
                  <a:lnTo>
                    <a:pt x="736" y="65"/>
                  </a:lnTo>
                  <a:close/>
                  <a:moveTo>
                    <a:pt x="849" y="123"/>
                  </a:moveTo>
                  <a:cubicBezTo>
                    <a:pt x="843" y="130"/>
                    <a:pt x="834" y="134"/>
                    <a:pt x="824" y="134"/>
                  </a:cubicBezTo>
                  <a:cubicBezTo>
                    <a:pt x="806" y="134"/>
                    <a:pt x="791" y="122"/>
                    <a:pt x="791" y="103"/>
                  </a:cubicBezTo>
                  <a:cubicBezTo>
                    <a:pt x="791" y="84"/>
                    <a:pt x="806" y="72"/>
                    <a:pt x="827" y="72"/>
                  </a:cubicBezTo>
                  <a:cubicBezTo>
                    <a:pt x="834" y="72"/>
                    <a:pt x="841" y="73"/>
                    <a:pt x="848" y="75"/>
                  </a:cubicBezTo>
                  <a:cubicBezTo>
                    <a:pt x="848" y="73"/>
                    <a:pt x="848" y="73"/>
                    <a:pt x="848" y="73"/>
                  </a:cubicBezTo>
                  <a:cubicBezTo>
                    <a:pt x="848" y="63"/>
                    <a:pt x="842" y="59"/>
                    <a:pt x="827" y="59"/>
                  </a:cubicBezTo>
                  <a:cubicBezTo>
                    <a:pt x="818" y="59"/>
                    <a:pt x="809" y="62"/>
                    <a:pt x="801" y="66"/>
                  </a:cubicBezTo>
                  <a:cubicBezTo>
                    <a:pt x="800" y="66"/>
                    <a:pt x="800" y="66"/>
                    <a:pt x="800" y="66"/>
                  </a:cubicBezTo>
                  <a:cubicBezTo>
                    <a:pt x="800" y="44"/>
                    <a:pt x="800" y="44"/>
                    <a:pt x="800" y="44"/>
                  </a:cubicBezTo>
                  <a:cubicBezTo>
                    <a:pt x="807" y="40"/>
                    <a:pt x="820" y="36"/>
                    <a:pt x="832" y="36"/>
                  </a:cubicBezTo>
                  <a:cubicBezTo>
                    <a:pt x="860" y="36"/>
                    <a:pt x="876" y="49"/>
                    <a:pt x="876" y="73"/>
                  </a:cubicBezTo>
                  <a:cubicBezTo>
                    <a:pt x="876" y="132"/>
                    <a:pt x="876" y="132"/>
                    <a:pt x="876" y="132"/>
                  </a:cubicBezTo>
                  <a:cubicBezTo>
                    <a:pt x="849" y="132"/>
                    <a:pt x="849" y="132"/>
                    <a:pt x="849" y="132"/>
                  </a:cubicBezTo>
                  <a:cubicBezTo>
                    <a:pt x="849" y="123"/>
                    <a:pt x="849" y="123"/>
                    <a:pt x="849" y="123"/>
                  </a:cubicBezTo>
                  <a:close/>
                  <a:moveTo>
                    <a:pt x="848" y="102"/>
                  </a:moveTo>
                  <a:cubicBezTo>
                    <a:pt x="848" y="94"/>
                    <a:pt x="848" y="94"/>
                    <a:pt x="848" y="94"/>
                  </a:cubicBezTo>
                  <a:cubicBezTo>
                    <a:pt x="844" y="92"/>
                    <a:pt x="838" y="91"/>
                    <a:pt x="833" y="91"/>
                  </a:cubicBezTo>
                  <a:cubicBezTo>
                    <a:pt x="823" y="91"/>
                    <a:pt x="818" y="95"/>
                    <a:pt x="818" y="102"/>
                  </a:cubicBezTo>
                  <a:cubicBezTo>
                    <a:pt x="818" y="110"/>
                    <a:pt x="823" y="113"/>
                    <a:pt x="832" y="113"/>
                  </a:cubicBezTo>
                  <a:cubicBezTo>
                    <a:pt x="839" y="113"/>
                    <a:pt x="845" y="109"/>
                    <a:pt x="848" y="102"/>
                  </a:cubicBezTo>
                  <a:close/>
                  <a:moveTo>
                    <a:pt x="890" y="85"/>
                  </a:moveTo>
                  <a:cubicBezTo>
                    <a:pt x="890" y="55"/>
                    <a:pt x="911" y="36"/>
                    <a:pt x="939" y="36"/>
                  </a:cubicBezTo>
                  <a:cubicBezTo>
                    <a:pt x="949" y="36"/>
                    <a:pt x="958" y="38"/>
                    <a:pt x="965" y="43"/>
                  </a:cubicBezTo>
                  <a:cubicBezTo>
                    <a:pt x="965" y="67"/>
                    <a:pt x="965" y="67"/>
                    <a:pt x="965" y="67"/>
                  </a:cubicBezTo>
                  <a:cubicBezTo>
                    <a:pt x="964" y="67"/>
                    <a:pt x="964" y="67"/>
                    <a:pt x="964" y="67"/>
                  </a:cubicBezTo>
                  <a:cubicBezTo>
                    <a:pt x="958" y="62"/>
                    <a:pt x="951" y="60"/>
                    <a:pt x="943" y="60"/>
                  </a:cubicBezTo>
                  <a:cubicBezTo>
                    <a:pt x="929" y="60"/>
                    <a:pt x="918" y="69"/>
                    <a:pt x="918" y="85"/>
                  </a:cubicBezTo>
                  <a:cubicBezTo>
                    <a:pt x="918" y="101"/>
                    <a:pt x="929" y="110"/>
                    <a:pt x="943" y="110"/>
                  </a:cubicBezTo>
                  <a:cubicBezTo>
                    <a:pt x="951" y="110"/>
                    <a:pt x="958" y="108"/>
                    <a:pt x="964" y="103"/>
                  </a:cubicBezTo>
                  <a:cubicBezTo>
                    <a:pt x="965" y="103"/>
                    <a:pt x="965" y="103"/>
                    <a:pt x="965" y="103"/>
                  </a:cubicBezTo>
                  <a:cubicBezTo>
                    <a:pt x="965" y="127"/>
                    <a:pt x="965" y="127"/>
                    <a:pt x="965" y="127"/>
                  </a:cubicBezTo>
                  <a:cubicBezTo>
                    <a:pt x="958" y="132"/>
                    <a:pt x="949" y="134"/>
                    <a:pt x="939" y="134"/>
                  </a:cubicBezTo>
                  <a:cubicBezTo>
                    <a:pt x="911" y="134"/>
                    <a:pt x="890" y="115"/>
                    <a:pt x="890" y="85"/>
                  </a:cubicBezTo>
                  <a:close/>
                  <a:moveTo>
                    <a:pt x="1010" y="89"/>
                  </a:moveTo>
                  <a:cubicBezTo>
                    <a:pt x="1010" y="132"/>
                    <a:pt x="1010" y="132"/>
                    <a:pt x="1010" y="132"/>
                  </a:cubicBezTo>
                  <a:cubicBezTo>
                    <a:pt x="983" y="132"/>
                    <a:pt x="983" y="132"/>
                    <a:pt x="983" y="132"/>
                  </a:cubicBezTo>
                  <a:cubicBezTo>
                    <a:pt x="983" y="0"/>
                    <a:pt x="983" y="0"/>
                    <a:pt x="983" y="0"/>
                  </a:cubicBezTo>
                  <a:cubicBezTo>
                    <a:pt x="1010" y="0"/>
                    <a:pt x="1010" y="0"/>
                    <a:pt x="1010" y="0"/>
                  </a:cubicBezTo>
                  <a:cubicBezTo>
                    <a:pt x="1010" y="75"/>
                    <a:pt x="1010" y="75"/>
                    <a:pt x="1010" y="75"/>
                  </a:cubicBezTo>
                  <a:cubicBezTo>
                    <a:pt x="1039" y="38"/>
                    <a:pt x="1039" y="38"/>
                    <a:pt x="1039" y="38"/>
                  </a:cubicBezTo>
                  <a:cubicBezTo>
                    <a:pt x="1070" y="38"/>
                    <a:pt x="1070" y="38"/>
                    <a:pt x="1070" y="38"/>
                  </a:cubicBezTo>
                  <a:cubicBezTo>
                    <a:pt x="1070" y="39"/>
                    <a:pt x="1070" y="39"/>
                    <a:pt x="1070" y="39"/>
                  </a:cubicBezTo>
                  <a:cubicBezTo>
                    <a:pt x="1036" y="82"/>
                    <a:pt x="1036" y="82"/>
                    <a:pt x="1036" y="82"/>
                  </a:cubicBezTo>
                  <a:cubicBezTo>
                    <a:pt x="1070" y="131"/>
                    <a:pt x="1070" y="131"/>
                    <a:pt x="1070" y="131"/>
                  </a:cubicBezTo>
                  <a:cubicBezTo>
                    <a:pt x="1070" y="132"/>
                    <a:pt x="1070" y="132"/>
                    <a:pt x="1070" y="132"/>
                  </a:cubicBezTo>
                  <a:cubicBezTo>
                    <a:pt x="1038" y="132"/>
                    <a:pt x="1038" y="132"/>
                    <a:pt x="1038" y="132"/>
                  </a:cubicBezTo>
                  <a:lnTo>
                    <a:pt x="1010" y="89"/>
                  </a:lnTo>
                  <a:close/>
                  <a:moveTo>
                    <a:pt x="1133" y="123"/>
                  </a:moveTo>
                  <a:cubicBezTo>
                    <a:pt x="1127" y="130"/>
                    <a:pt x="1118" y="134"/>
                    <a:pt x="1108" y="134"/>
                  </a:cubicBezTo>
                  <a:cubicBezTo>
                    <a:pt x="1090" y="134"/>
                    <a:pt x="1075" y="122"/>
                    <a:pt x="1075" y="103"/>
                  </a:cubicBezTo>
                  <a:cubicBezTo>
                    <a:pt x="1075" y="84"/>
                    <a:pt x="1090" y="72"/>
                    <a:pt x="1112" y="72"/>
                  </a:cubicBezTo>
                  <a:cubicBezTo>
                    <a:pt x="1118" y="72"/>
                    <a:pt x="1125" y="73"/>
                    <a:pt x="1133" y="75"/>
                  </a:cubicBezTo>
                  <a:cubicBezTo>
                    <a:pt x="1133" y="73"/>
                    <a:pt x="1133" y="73"/>
                    <a:pt x="1133" y="73"/>
                  </a:cubicBezTo>
                  <a:cubicBezTo>
                    <a:pt x="1133" y="63"/>
                    <a:pt x="1127" y="59"/>
                    <a:pt x="1112" y="59"/>
                  </a:cubicBezTo>
                  <a:cubicBezTo>
                    <a:pt x="1102" y="59"/>
                    <a:pt x="1093" y="62"/>
                    <a:pt x="1086" y="66"/>
                  </a:cubicBezTo>
                  <a:cubicBezTo>
                    <a:pt x="1084" y="66"/>
                    <a:pt x="1084" y="66"/>
                    <a:pt x="1084" y="66"/>
                  </a:cubicBezTo>
                  <a:cubicBezTo>
                    <a:pt x="1084" y="44"/>
                    <a:pt x="1084" y="44"/>
                    <a:pt x="1084" y="44"/>
                  </a:cubicBezTo>
                  <a:cubicBezTo>
                    <a:pt x="1092" y="40"/>
                    <a:pt x="1104" y="36"/>
                    <a:pt x="1117" y="36"/>
                  </a:cubicBezTo>
                  <a:cubicBezTo>
                    <a:pt x="1145" y="36"/>
                    <a:pt x="1160" y="49"/>
                    <a:pt x="1160" y="73"/>
                  </a:cubicBezTo>
                  <a:cubicBezTo>
                    <a:pt x="1160" y="132"/>
                    <a:pt x="1160" y="132"/>
                    <a:pt x="1160" y="132"/>
                  </a:cubicBezTo>
                  <a:cubicBezTo>
                    <a:pt x="1133" y="132"/>
                    <a:pt x="1133" y="132"/>
                    <a:pt x="1133" y="132"/>
                  </a:cubicBezTo>
                  <a:cubicBezTo>
                    <a:pt x="1133" y="123"/>
                    <a:pt x="1133" y="123"/>
                    <a:pt x="1133" y="123"/>
                  </a:cubicBezTo>
                  <a:close/>
                  <a:moveTo>
                    <a:pt x="1133" y="102"/>
                  </a:moveTo>
                  <a:cubicBezTo>
                    <a:pt x="1133" y="94"/>
                    <a:pt x="1133" y="94"/>
                    <a:pt x="1133" y="94"/>
                  </a:cubicBezTo>
                  <a:cubicBezTo>
                    <a:pt x="1128" y="92"/>
                    <a:pt x="1123" y="91"/>
                    <a:pt x="1117" y="91"/>
                  </a:cubicBezTo>
                  <a:cubicBezTo>
                    <a:pt x="1108" y="91"/>
                    <a:pt x="1103" y="95"/>
                    <a:pt x="1103" y="102"/>
                  </a:cubicBezTo>
                  <a:cubicBezTo>
                    <a:pt x="1103" y="110"/>
                    <a:pt x="1108" y="113"/>
                    <a:pt x="1116" y="113"/>
                  </a:cubicBezTo>
                  <a:cubicBezTo>
                    <a:pt x="1124" y="113"/>
                    <a:pt x="1130" y="109"/>
                    <a:pt x="1133" y="102"/>
                  </a:cubicBezTo>
                  <a:close/>
                  <a:moveTo>
                    <a:pt x="1207" y="53"/>
                  </a:moveTo>
                  <a:cubicBezTo>
                    <a:pt x="1212" y="43"/>
                    <a:pt x="1220" y="37"/>
                    <a:pt x="1230" y="37"/>
                  </a:cubicBezTo>
                  <a:cubicBezTo>
                    <a:pt x="1234" y="37"/>
                    <a:pt x="1238" y="38"/>
                    <a:pt x="1239" y="39"/>
                  </a:cubicBezTo>
                  <a:cubicBezTo>
                    <a:pt x="1239" y="65"/>
                    <a:pt x="1239" y="65"/>
                    <a:pt x="1239" y="65"/>
                  </a:cubicBezTo>
                  <a:cubicBezTo>
                    <a:pt x="1238" y="65"/>
                    <a:pt x="1238" y="65"/>
                    <a:pt x="1238" y="65"/>
                  </a:cubicBezTo>
                  <a:cubicBezTo>
                    <a:pt x="1235" y="64"/>
                    <a:pt x="1231" y="63"/>
                    <a:pt x="1226" y="63"/>
                  </a:cubicBezTo>
                  <a:cubicBezTo>
                    <a:pt x="1217" y="63"/>
                    <a:pt x="1210" y="68"/>
                    <a:pt x="1208" y="78"/>
                  </a:cubicBezTo>
                  <a:cubicBezTo>
                    <a:pt x="1208" y="132"/>
                    <a:pt x="1208" y="132"/>
                    <a:pt x="1208" y="132"/>
                  </a:cubicBezTo>
                  <a:cubicBezTo>
                    <a:pt x="1180" y="132"/>
                    <a:pt x="1180" y="132"/>
                    <a:pt x="1180" y="132"/>
                  </a:cubicBezTo>
                  <a:cubicBezTo>
                    <a:pt x="1180" y="38"/>
                    <a:pt x="1180" y="38"/>
                    <a:pt x="1180" y="38"/>
                  </a:cubicBezTo>
                  <a:cubicBezTo>
                    <a:pt x="1207" y="38"/>
                    <a:pt x="1207" y="38"/>
                    <a:pt x="1207" y="38"/>
                  </a:cubicBezTo>
                  <a:cubicBezTo>
                    <a:pt x="1207" y="53"/>
                    <a:pt x="1207" y="53"/>
                    <a:pt x="1207" y="53"/>
                  </a:cubicBezTo>
                  <a:close/>
                  <a:moveTo>
                    <a:pt x="1314" y="122"/>
                  </a:moveTo>
                  <a:cubicBezTo>
                    <a:pt x="1308" y="130"/>
                    <a:pt x="1298" y="134"/>
                    <a:pt x="1286" y="134"/>
                  </a:cubicBezTo>
                  <a:cubicBezTo>
                    <a:pt x="1262" y="134"/>
                    <a:pt x="1246" y="112"/>
                    <a:pt x="1246" y="85"/>
                  </a:cubicBezTo>
                  <a:cubicBezTo>
                    <a:pt x="1246" y="58"/>
                    <a:pt x="1262" y="36"/>
                    <a:pt x="1286" y="36"/>
                  </a:cubicBezTo>
                  <a:cubicBezTo>
                    <a:pt x="1298" y="36"/>
                    <a:pt x="1307" y="40"/>
                    <a:pt x="1313" y="47"/>
                  </a:cubicBezTo>
                  <a:cubicBezTo>
                    <a:pt x="1313" y="0"/>
                    <a:pt x="1313" y="0"/>
                    <a:pt x="1313" y="0"/>
                  </a:cubicBezTo>
                  <a:cubicBezTo>
                    <a:pt x="1341" y="0"/>
                    <a:pt x="1341" y="0"/>
                    <a:pt x="1341" y="0"/>
                  </a:cubicBezTo>
                  <a:cubicBezTo>
                    <a:pt x="1341" y="132"/>
                    <a:pt x="1341" y="132"/>
                    <a:pt x="1341" y="132"/>
                  </a:cubicBezTo>
                  <a:cubicBezTo>
                    <a:pt x="1314" y="132"/>
                    <a:pt x="1314" y="132"/>
                    <a:pt x="1314" y="132"/>
                  </a:cubicBezTo>
                  <a:cubicBezTo>
                    <a:pt x="1314" y="122"/>
                    <a:pt x="1314" y="122"/>
                    <a:pt x="1314" y="122"/>
                  </a:cubicBezTo>
                  <a:close/>
                  <a:moveTo>
                    <a:pt x="1313" y="100"/>
                  </a:moveTo>
                  <a:cubicBezTo>
                    <a:pt x="1313" y="70"/>
                    <a:pt x="1313" y="70"/>
                    <a:pt x="1313" y="70"/>
                  </a:cubicBezTo>
                  <a:cubicBezTo>
                    <a:pt x="1308" y="63"/>
                    <a:pt x="1302" y="60"/>
                    <a:pt x="1295" y="60"/>
                  </a:cubicBezTo>
                  <a:cubicBezTo>
                    <a:pt x="1283" y="60"/>
                    <a:pt x="1275" y="69"/>
                    <a:pt x="1275" y="85"/>
                  </a:cubicBezTo>
                  <a:cubicBezTo>
                    <a:pt x="1275" y="101"/>
                    <a:pt x="1283" y="110"/>
                    <a:pt x="1295" y="110"/>
                  </a:cubicBezTo>
                  <a:cubicBezTo>
                    <a:pt x="1302" y="110"/>
                    <a:pt x="1308" y="107"/>
                    <a:pt x="1313" y="100"/>
                  </a:cubicBezTo>
                  <a:close/>
                  <a:moveTo>
                    <a:pt x="0" y="175"/>
                  </a:moveTo>
                  <a:cubicBezTo>
                    <a:pt x="81" y="175"/>
                    <a:pt x="81" y="175"/>
                    <a:pt x="81" y="175"/>
                  </a:cubicBezTo>
                  <a:cubicBezTo>
                    <a:pt x="81" y="191"/>
                    <a:pt x="81" y="191"/>
                    <a:pt x="81" y="191"/>
                  </a:cubicBezTo>
                  <a:cubicBezTo>
                    <a:pt x="18" y="191"/>
                    <a:pt x="18" y="191"/>
                    <a:pt x="18" y="191"/>
                  </a:cubicBezTo>
                  <a:cubicBezTo>
                    <a:pt x="18" y="231"/>
                    <a:pt x="18" y="231"/>
                    <a:pt x="18" y="231"/>
                  </a:cubicBezTo>
                  <a:cubicBezTo>
                    <a:pt x="75" y="231"/>
                    <a:pt x="75" y="231"/>
                    <a:pt x="75" y="231"/>
                  </a:cubicBezTo>
                  <a:cubicBezTo>
                    <a:pt x="75" y="247"/>
                    <a:pt x="75" y="247"/>
                    <a:pt x="75" y="247"/>
                  </a:cubicBezTo>
                  <a:cubicBezTo>
                    <a:pt x="18" y="247"/>
                    <a:pt x="18" y="247"/>
                    <a:pt x="18" y="247"/>
                  </a:cubicBezTo>
                  <a:cubicBezTo>
                    <a:pt x="18" y="291"/>
                    <a:pt x="18" y="291"/>
                    <a:pt x="18" y="291"/>
                  </a:cubicBezTo>
                  <a:cubicBezTo>
                    <a:pt x="81" y="291"/>
                    <a:pt x="81" y="291"/>
                    <a:pt x="81" y="291"/>
                  </a:cubicBezTo>
                  <a:cubicBezTo>
                    <a:pt x="81" y="307"/>
                    <a:pt x="81" y="307"/>
                    <a:pt x="81" y="307"/>
                  </a:cubicBezTo>
                  <a:cubicBezTo>
                    <a:pt x="0" y="307"/>
                    <a:pt x="0" y="307"/>
                    <a:pt x="0" y="307"/>
                  </a:cubicBezTo>
                  <a:lnTo>
                    <a:pt x="0" y="175"/>
                  </a:lnTo>
                  <a:close/>
                  <a:moveTo>
                    <a:pt x="149" y="212"/>
                  </a:moveTo>
                  <a:cubicBezTo>
                    <a:pt x="169" y="212"/>
                    <a:pt x="181" y="226"/>
                    <a:pt x="181" y="248"/>
                  </a:cubicBezTo>
                  <a:cubicBezTo>
                    <a:pt x="181" y="307"/>
                    <a:pt x="181" y="307"/>
                    <a:pt x="181" y="307"/>
                  </a:cubicBezTo>
                  <a:cubicBezTo>
                    <a:pt x="164" y="307"/>
                    <a:pt x="164" y="307"/>
                    <a:pt x="164" y="307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4" y="237"/>
                    <a:pt x="157" y="228"/>
                    <a:pt x="144" y="228"/>
                  </a:cubicBezTo>
                  <a:cubicBezTo>
                    <a:pt x="133" y="228"/>
                    <a:pt x="124" y="235"/>
                    <a:pt x="121" y="245"/>
                  </a:cubicBezTo>
                  <a:cubicBezTo>
                    <a:pt x="121" y="307"/>
                    <a:pt x="121" y="307"/>
                    <a:pt x="121" y="307"/>
                  </a:cubicBezTo>
                  <a:cubicBezTo>
                    <a:pt x="103" y="307"/>
                    <a:pt x="103" y="307"/>
                    <a:pt x="103" y="307"/>
                  </a:cubicBezTo>
                  <a:cubicBezTo>
                    <a:pt x="103" y="214"/>
                    <a:pt x="103" y="214"/>
                    <a:pt x="103" y="214"/>
                  </a:cubicBezTo>
                  <a:cubicBezTo>
                    <a:pt x="121" y="214"/>
                    <a:pt x="121" y="214"/>
                    <a:pt x="121" y="214"/>
                  </a:cubicBezTo>
                  <a:cubicBezTo>
                    <a:pt x="121" y="227"/>
                    <a:pt x="121" y="227"/>
                    <a:pt x="121" y="227"/>
                  </a:cubicBezTo>
                  <a:cubicBezTo>
                    <a:pt x="126" y="219"/>
                    <a:pt x="136" y="212"/>
                    <a:pt x="149" y="212"/>
                  </a:cubicBezTo>
                  <a:close/>
                  <a:moveTo>
                    <a:pt x="228" y="214"/>
                  </a:moveTo>
                  <a:cubicBezTo>
                    <a:pt x="252" y="214"/>
                    <a:pt x="252" y="214"/>
                    <a:pt x="252" y="214"/>
                  </a:cubicBezTo>
                  <a:cubicBezTo>
                    <a:pt x="252" y="229"/>
                    <a:pt x="252" y="229"/>
                    <a:pt x="252" y="229"/>
                  </a:cubicBezTo>
                  <a:cubicBezTo>
                    <a:pt x="228" y="229"/>
                    <a:pt x="228" y="229"/>
                    <a:pt x="228" y="229"/>
                  </a:cubicBezTo>
                  <a:cubicBezTo>
                    <a:pt x="228" y="279"/>
                    <a:pt x="228" y="279"/>
                    <a:pt x="228" y="279"/>
                  </a:cubicBezTo>
                  <a:cubicBezTo>
                    <a:pt x="228" y="289"/>
                    <a:pt x="234" y="293"/>
                    <a:pt x="243" y="293"/>
                  </a:cubicBezTo>
                  <a:cubicBezTo>
                    <a:pt x="246" y="293"/>
                    <a:pt x="249" y="293"/>
                    <a:pt x="251" y="292"/>
                  </a:cubicBezTo>
                  <a:cubicBezTo>
                    <a:pt x="252" y="292"/>
                    <a:pt x="252" y="292"/>
                    <a:pt x="252" y="292"/>
                  </a:cubicBezTo>
                  <a:cubicBezTo>
                    <a:pt x="252" y="307"/>
                    <a:pt x="252" y="307"/>
                    <a:pt x="252" y="307"/>
                  </a:cubicBezTo>
                  <a:cubicBezTo>
                    <a:pt x="249" y="308"/>
                    <a:pt x="246" y="309"/>
                    <a:pt x="241" y="309"/>
                  </a:cubicBezTo>
                  <a:cubicBezTo>
                    <a:pt x="219" y="309"/>
                    <a:pt x="211" y="299"/>
                    <a:pt x="211" y="281"/>
                  </a:cubicBezTo>
                  <a:cubicBezTo>
                    <a:pt x="211" y="229"/>
                    <a:pt x="211" y="229"/>
                    <a:pt x="211" y="229"/>
                  </a:cubicBezTo>
                  <a:cubicBezTo>
                    <a:pt x="195" y="229"/>
                    <a:pt x="195" y="229"/>
                    <a:pt x="195" y="229"/>
                  </a:cubicBezTo>
                  <a:cubicBezTo>
                    <a:pt x="195" y="214"/>
                    <a:pt x="195" y="214"/>
                    <a:pt x="195" y="214"/>
                  </a:cubicBezTo>
                  <a:cubicBezTo>
                    <a:pt x="211" y="214"/>
                    <a:pt x="211" y="214"/>
                    <a:pt x="211" y="214"/>
                  </a:cubicBezTo>
                  <a:cubicBezTo>
                    <a:pt x="211" y="189"/>
                    <a:pt x="211" y="189"/>
                    <a:pt x="211" y="189"/>
                  </a:cubicBezTo>
                  <a:cubicBezTo>
                    <a:pt x="228" y="189"/>
                    <a:pt x="228" y="189"/>
                    <a:pt x="228" y="189"/>
                  </a:cubicBezTo>
                  <a:lnTo>
                    <a:pt x="228" y="214"/>
                  </a:lnTo>
                  <a:close/>
                  <a:moveTo>
                    <a:pt x="309" y="309"/>
                  </a:moveTo>
                  <a:cubicBezTo>
                    <a:pt x="282" y="309"/>
                    <a:pt x="263" y="290"/>
                    <a:pt x="263" y="261"/>
                  </a:cubicBezTo>
                  <a:cubicBezTo>
                    <a:pt x="263" y="232"/>
                    <a:pt x="280" y="212"/>
                    <a:pt x="305" y="212"/>
                  </a:cubicBezTo>
                  <a:cubicBezTo>
                    <a:pt x="331" y="212"/>
                    <a:pt x="344" y="230"/>
                    <a:pt x="344" y="258"/>
                  </a:cubicBezTo>
                  <a:cubicBezTo>
                    <a:pt x="344" y="266"/>
                    <a:pt x="344" y="266"/>
                    <a:pt x="344" y="266"/>
                  </a:cubicBezTo>
                  <a:cubicBezTo>
                    <a:pt x="281" y="266"/>
                    <a:pt x="281" y="266"/>
                    <a:pt x="281" y="266"/>
                  </a:cubicBezTo>
                  <a:cubicBezTo>
                    <a:pt x="282" y="284"/>
                    <a:pt x="295" y="293"/>
                    <a:pt x="311" y="293"/>
                  </a:cubicBezTo>
                  <a:cubicBezTo>
                    <a:pt x="321" y="293"/>
                    <a:pt x="329" y="291"/>
                    <a:pt x="337" y="285"/>
                  </a:cubicBezTo>
                  <a:cubicBezTo>
                    <a:pt x="338" y="285"/>
                    <a:pt x="338" y="285"/>
                    <a:pt x="338" y="285"/>
                  </a:cubicBezTo>
                  <a:cubicBezTo>
                    <a:pt x="338" y="300"/>
                    <a:pt x="338" y="300"/>
                    <a:pt x="338" y="300"/>
                  </a:cubicBezTo>
                  <a:cubicBezTo>
                    <a:pt x="330" y="306"/>
                    <a:pt x="320" y="309"/>
                    <a:pt x="309" y="309"/>
                  </a:cubicBezTo>
                  <a:close/>
                  <a:moveTo>
                    <a:pt x="281" y="251"/>
                  </a:moveTo>
                  <a:cubicBezTo>
                    <a:pt x="327" y="251"/>
                    <a:pt x="327" y="251"/>
                    <a:pt x="327" y="251"/>
                  </a:cubicBezTo>
                  <a:cubicBezTo>
                    <a:pt x="327" y="237"/>
                    <a:pt x="320" y="227"/>
                    <a:pt x="306" y="227"/>
                  </a:cubicBezTo>
                  <a:cubicBezTo>
                    <a:pt x="292" y="227"/>
                    <a:pt x="284" y="237"/>
                    <a:pt x="281" y="251"/>
                  </a:cubicBezTo>
                  <a:close/>
                  <a:moveTo>
                    <a:pt x="382" y="228"/>
                  </a:moveTo>
                  <a:cubicBezTo>
                    <a:pt x="386" y="218"/>
                    <a:pt x="395" y="212"/>
                    <a:pt x="405" y="212"/>
                  </a:cubicBezTo>
                  <a:cubicBezTo>
                    <a:pt x="409" y="212"/>
                    <a:pt x="413" y="213"/>
                    <a:pt x="414" y="214"/>
                  </a:cubicBezTo>
                  <a:cubicBezTo>
                    <a:pt x="414" y="231"/>
                    <a:pt x="414" y="231"/>
                    <a:pt x="414" y="231"/>
                  </a:cubicBezTo>
                  <a:cubicBezTo>
                    <a:pt x="414" y="231"/>
                    <a:pt x="414" y="231"/>
                    <a:pt x="414" y="231"/>
                  </a:cubicBezTo>
                  <a:cubicBezTo>
                    <a:pt x="411" y="230"/>
                    <a:pt x="407" y="229"/>
                    <a:pt x="403" y="229"/>
                  </a:cubicBezTo>
                  <a:cubicBezTo>
                    <a:pt x="393" y="229"/>
                    <a:pt x="385" y="236"/>
                    <a:pt x="382" y="246"/>
                  </a:cubicBezTo>
                  <a:cubicBezTo>
                    <a:pt x="382" y="307"/>
                    <a:pt x="382" y="307"/>
                    <a:pt x="382" y="307"/>
                  </a:cubicBezTo>
                  <a:cubicBezTo>
                    <a:pt x="365" y="307"/>
                    <a:pt x="365" y="307"/>
                    <a:pt x="365" y="307"/>
                  </a:cubicBezTo>
                  <a:cubicBezTo>
                    <a:pt x="365" y="214"/>
                    <a:pt x="365" y="214"/>
                    <a:pt x="365" y="214"/>
                  </a:cubicBezTo>
                  <a:cubicBezTo>
                    <a:pt x="382" y="214"/>
                    <a:pt x="382" y="214"/>
                    <a:pt x="382" y="214"/>
                  </a:cubicBezTo>
                  <a:cubicBezTo>
                    <a:pt x="382" y="228"/>
                    <a:pt x="382" y="228"/>
                    <a:pt x="382" y="228"/>
                  </a:cubicBezTo>
                  <a:close/>
                  <a:moveTo>
                    <a:pt x="474" y="212"/>
                  </a:moveTo>
                  <a:cubicBezTo>
                    <a:pt x="502" y="212"/>
                    <a:pt x="516" y="235"/>
                    <a:pt x="516" y="260"/>
                  </a:cubicBezTo>
                  <a:cubicBezTo>
                    <a:pt x="516" y="286"/>
                    <a:pt x="502" y="309"/>
                    <a:pt x="474" y="309"/>
                  </a:cubicBezTo>
                  <a:cubicBezTo>
                    <a:pt x="463" y="309"/>
                    <a:pt x="453" y="303"/>
                    <a:pt x="448" y="296"/>
                  </a:cubicBezTo>
                  <a:cubicBezTo>
                    <a:pt x="448" y="342"/>
                    <a:pt x="448" y="342"/>
                    <a:pt x="448" y="342"/>
                  </a:cubicBezTo>
                  <a:cubicBezTo>
                    <a:pt x="430" y="342"/>
                    <a:pt x="430" y="342"/>
                    <a:pt x="430" y="342"/>
                  </a:cubicBezTo>
                  <a:cubicBezTo>
                    <a:pt x="430" y="214"/>
                    <a:pt x="430" y="214"/>
                    <a:pt x="430" y="214"/>
                  </a:cubicBezTo>
                  <a:cubicBezTo>
                    <a:pt x="448" y="214"/>
                    <a:pt x="448" y="214"/>
                    <a:pt x="448" y="214"/>
                  </a:cubicBezTo>
                  <a:cubicBezTo>
                    <a:pt x="448" y="224"/>
                    <a:pt x="448" y="224"/>
                    <a:pt x="448" y="224"/>
                  </a:cubicBezTo>
                  <a:cubicBezTo>
                    <a:pt x="453" y="218"/>
                    <a:pt x="463" y="212"/>
                    <a:pt x="474" y="212"/>
                  </a:cubicBezTo>
                  <a:close/>
                  <a:moveTo>
                    <a:pt x="471" y="293"/>
                  </a:moveTo>
                  <a:cubicBezTo>
                    <a:pt x="488" y="293"/>
                    <a:pt x="498" y="279"/>
                    <a:pt x="498" y="260"/>
                  </a:cubicBezTo>
                  <a:cubicBezTo>
                    <a:pt x="498" y="242"/>
                    <a:pt x="488" y="228"/>
                    <a:pt x="471" y="228"/>
                  </a:cubicBezTo>
                  <a:cubicBezTo>
                    <a:pt x="461" y="228"/>
                    <a:pt x="453" y="233"/>
                    <a:pt x="448" y="243"/>
                  </a:cubicBezTo>
                  <a:cubicBezTo>
                    <a:pt x="448" y="278"/>
                    <a:pt x="448" y="278"/>
                    <a:pt x="448" y="278"/>
                  </a:cubicBezTo>
                  <a:cubicBezTo>
                    <a:pt x="453" y="287"/>
                    <a:pt x="461" y="293"/>
                    <a:pt x="471" y="293"/>
                  </a:cubicBezTo>
                  <a:close/>
                  <a:moveTo>
                    <a:pt x="554" y="228"/>
                  </a:moveTo>
                  <a:cubicBezTo>
                    <a:pt x="558" y="218"/>
                    <a:pt x="567" y="212"/>
                    <a:pt x="577" y="212"/>
                  </a:cubicBezTo>
                  <a:cubicBezTo>
                    <a:pt x="581" y="212"/>
                    <a:pt x="585" y="213"/>
                    <a:pt x="587" y="214"/>
                  </a:cubicBezTo>
                  <a:cubicBezTo>
                    <a:pt x="587" y="231"/>
                    <a:pt x="587" y="231"/>
                    <a:pt x="587" y="231"/>
                  </a:cubicBezTo>
                  <a:cubicBezTo>
                    <a:pt x="586" y="231"/>
                    <a:pt x="586" y="231"/>
                    <a:pt x="586" y="231"/>
                  </a:cubicBezTo>
                  <a:cubicBezTo>
                    <a:pt x="583" y="230"/>
                    <a:pt x="579" y="229"/>
                    <a:pt x="575" y="229"/>
                  </a:cubicBezTo>
                  <a:cubicBezTo>
                    <a:pt x="565" y="229"/>
                    <a:pt x="557" y="236"/>
                    <a:pt x="554" y="246"/>
                  </a:cubicBezTo>
                  <a:cubicBezTo>
                    <a:pt x="554" y="307"/>
                    <a:pt x="554" y="307"/>
                    <a:pt x="554" y="307"/>
                  </a:cubicBezTo>
                  <a:cubicBezTo>
                    <a:pt x="537" y="307"/>
                    <a:pt x="537" y="307"/>
                    <a:pt x="537" y="307"/>
                  </a:cubicBezTo>
                  <a:cubicBezTo>
                    <a:pt x="537" y="214"/>
                    <a:pt x="537" y="214"/>
                    <a:pt x="537" y="214"/>
                  </a:cubicBezTo>
                  <a:cubicBezTo>
                    <a:pt x="554" y="214"/>
                    <a:pt x="554" y="214"/>
                    <a:pt x="554" y="214"/>
                  </a:cubicBezTo>
                  <a:cubicBezTo>
                    <a:pt x="554" y="228"/>
                    <a:pt x="554" y="228"/>
                    <a:pt x="554" y="228"/>
                  </a:cubicBezTo>
                  <a:close/>
                  <a:moveTo>
                    <a:pt x="612" y="176"/>
                  </a:moveTo>
                  <a:cubicBezTo>
                    <a:pt x="618" y="176"/>
                    <a:pt x="623" y="181"/>
                    <a:pt x="623" y="187"/>
                  </a:cubicBezTo>
                  <a:cubicBezTo>
                    <a:pt x="623" y="193"/>
                    <a:pt x="618" y="198"/>
                    <a:pt x="612" y="198"/>
                  </a:cubicBezTo>
                  <a:cubicBezTo>
                    <a:pt x="606" y="198"/>
                    <a:pt x="601" y="193"/>
                    <a:pt x="601" y="187"/>
                  </a:cubicBezTo>
                  <a:cubicBezTo>
                    <a:pt x="601" y="181"/>
                    <a:pt x="606" y="176"/>
                    <a:pt x="612" y="176"/>
                  </a:cubicBezTo>
                  <a:close/>
                  <a:moveTo>
                    <a:pt x="603" y="214"/>
                  </a:moveTo>
                  <a:cubicBezTo>
                    <a:pt x="621" y="214"/>
                    <a:pt x="621" y="214"/>
                    <a:pt x="621" y="214"/>
                  </a:cubicBezTo>
                  <a:cubicBezTo>
                    <a:pt x="621" y="307"/>
                    <a:pt x="621" y="307"/>
                    <a:pt x="621" y="307"/>
                  </a:cubicBezTo>
                  <a:cubicBezTo>
                    <a:pt x="603" y="307"/>
                    <a:pt x="603" y="307"/>
                    <a:pt x="603" y="307"/>
                  </a:cubicBezTo>
                  <a:lnTo>
                    <a:pt x="603" y="214"/>
                  </a:lnTo>
                  <a:close/>
                  <a:moveTo>
                    <a:pt x="683" y="252"/>
                  </a:moveTo>
                  <a:cubicBezTo>
                    <a:pt x="696" y="257"/>
                    <a:pt x="711" y="262"/>
                    <a:pt x="711" y="280"/>
                  </a:cubicBezTo>
                  <a:cubicBezTo>
                    <a:pt x="711" y="299"/>
                    <a:pt x="696" y="309"/>
                    <a:pt x="675" y="309"/>
                  </a:cubicBezTo>
                  <a:cubicBezTo>
                    <a:pt x="663" y="309"/>
                    <a:pt x="651" y="306"/>
                    <a:pt x="644" y="300"/>
                  </a:cubicBezTo>
                  <a:cubicBezTo>
                    <a:pt x="644" y="283"/>
                    <a:pt x="644" y="283"/>
                    <a:pt x="644" y="283"/>
                  </a:cubicBezTo>
                  <a:cubicBezTo>
                    <a:pt x="645" y="283"/>
                    <a:pt x="645" y="283"/>
                    <a:pt x="645" y="283"/>
                  </a:cubicBezTo>
                  <a:cubicBezTo>
                    <a:pt x="653" y="291"/>
                    <a:pt x="664" y="294"/>
                    <a:pt x="675" y="294"/>
                  </a:cubicBezTo>
                  <a:cubicBezTo>
                    <a:pt x="685" y="294"/>
                    <a:pt x="694" y="290"/>
                    <a:pt x="694" y="282"/>
                  </a:cubicBezTo>
                  <a:cubicBezTo>
                    <a:pt x="694" y="274"/>
                    <a:pt x="687" y="272"/>
                    <a:pt x="672" y="267"/>
                  </a:cubicBezTo>
                  <a:cubicBezTo>
                    <a:pt x="659" y="263"/>
                    <a:pt x="644" y="258"/>
                    <a:pt x="644" y="240"/>
                  </a:cubicBezTo>
                  <a:cubicBezTo>
                    <a:pt x="644" y="223"/>
                    <a:pt x="659" y="212"/>
                    <a:pt x="678" y="212"/>
                  </a:cubicBezTo>
                  <a:cubicBezTo>
                    <a:pt x="689" y="212"/>
                    <a:pt x="699" y="214"/>
                    <a:pt x="706" y="220"/>
                  </a:cubicBezTo>
                  <a:cubicBezTo>
                    <a:pt x="706" y="236"/>
                    <a:pt x="706" y="236"/>
                    <a:pt x="706" y="236"/>
                  </a:cubicBezTo>
                  <a:cubicBezTo>
                    <a:pt x="706" y="236"/>
                    <a:pt x="706" y="236"/>
                    <a:pt x="706" y="236"/>
                  </a:cubicBezTo>
                  <a:cubicBezTo>
                    <a:pt x="698" y="230"/>
                    <a:pt x="689" y="227"/>
                    <a:pt x="678" y="227"/>
                  </a:cubicBezTo>
                  <a:cubicBezTo>
                    <a:pt x="667" y="227"/>
                    <a:pt x="661" y="232"/>
                    <a:pt x="661" y="238"/>
                  </a:cubicBezTo>
                  <a:cubicBezTo>
                    <a:pt x="661" y="246"/>
                    <a:pt x="668" y="248"/>
                    <a:pt x="683" y="252"/>
                  </a:cubicBezTo>
                  <a:close/>
                  <a:moveTo>
                    <a:pt x="772" y="309"/>
                  </a:moveTo>
                  <a:cubicBezTo>
                    <a:pt x="745" y="309"/>
                    <a:pt x="726" y="290"/>
                    <a:pt x="726" y="261"/>
                  </a:cubicBezTo>
                  <a:cubicBezTo>
                    <a:pt x="726" y="232"/>
                    <a:pt x="744" y="212"/>
                    <a:pt x="769" y="212"/>
                  </a:cubicBezTo>
                  <a:cubicBezTo>
                    <a:pt x="794" y="212"/>
                    <a:pt x="807" y="230"/>
                    <a:pt x="807" y="258"/>
                  </a:cubicBezTo>
                  <a:cubicBezTo>
                    <a:pt x="807" y="266"/>
                    <a:pt x="807" y="266"/>
                    <a:pt x="807" y="266"/>
                  </a:cubicBezTo>
                  <a:cubicBezTo>
                    <a:pt x="744" y="266"/>
                    <a:pt x="744" y="266"/>
                    <a:pt x="744" y="266"/>
                  </a:cubicBezTo>
                  <a:cubicBezTo>
                    <a:pt x="746" y="284"/>
                    <a:pt x="758" y="293"/>
                    <a:pt x="774" y="293"/>
                  </a:cubicBezTo>
                  <a:cubicBezTo>
                    <a:pt x="785" y="293"/>
                    <a:pt x="792" y="291"/>
                    <a:pt x="800" y="285"/>
                  </a:cubicBezTo>
                  <a:cubicBezTo>
                    <a:pt x="801" y="285"/>
                    <a:pt x="801" y="285"/>
                    <a:pt x="801" y="285"/>
                  </a:cubicBezTo>
                  <a:cubicBezTo>
                    <a:pt x="801" y="300"/>
                    <a:pt x="801" y="300"/>
                    <a:pt x="801" y="300"/>
                  </a:cubicBezTo>
                  <a:cubicBezTo>
                    <a:pt x="793" y="306"/>
                    <a:pt x="783" y="309"/>
                    <a:pt x="772" y="309"/>
                  </a:cubicBezTo>
                  <a:close/>
                  <a:moveTo>
                    <a:pt x="744" y="251"/>
                  </a:moveTo>
                  <a:cubicBezTo>
                    <a:pt x="791" y="251"/>
                    <a:pt x="791" y="251"/>
                    <a:pt x="791" y="251"/>
                  </a:cubicBezTo>
                  <a:cubicBezTo>
                    <a:pt x="790" y="237"/>
                    <a:pt x="783" y="227"/>
                    <a:pt x="769" y="227"/>
                  </a:cubicBezTo>
                  <a:cubicBezTo>
                    <a:pt x="756" y="227"/>
                    <a:pt x="747" y="237"/>
                    <a:pt x="744" y="2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/>
            </a:p>
          </p:txBody>
        </p:sp>
      </p:grp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0C28-7D34-4539-8BD9-384792B5196D}" type="datetime4">
              <a:rPr lang="en-US" smtClean="0"/>
              <a:t>August 21, 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| Confidential | Internal Use Only </a:t>
            </a: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6F8AB-BCEA-4347-8BA6-BE776009BC89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2345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ate Quote">
    <p:bg>
      <p:bgPr>
        <a:solidFill>
          <a:srgbClr val="4255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3213" y="381000"/>
            <a:ext cx="9456737" cy="2286000"/>
          </a:xfrm>
        </p:spPr>
        <p:txBody>
          <a:bodyPr>
            <a:noAutofit/>
          </a:bodyPr>
          <a:lstStyle>
            <a:lvl1pPr marL="384048" indent="-384048">
              <a:lnSpc>
                <a:spcPct val="80000"/>
              </a:lnSpc>
              <a:defRPr sz="6000"/>
            </a:lvl1pPr>
          </a:lstStyle>
          <a:p>
            <a:r>
              <a:t>“Click to add quote here. Type quotation marks before and after text.”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28052" y="2819400"/>
            <a:ext cx="9031897" cy="13716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t>Click to add quoted person’s name, title, company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608014" y="6248401"/>
            <a:ext cx="969471" cy="390524"/>
            <a:chOff x="3578225" y="1146175"/>
            <a:chExt cx="5038725" cy="2111375"/>
          </a:xfrm>
          <a:solidFill>
            <a:schemeClr val="tx1"/>
          </a:solidFill>
        </p:grpSpPr>
        <p:sp>
          <p:nvSpPr>
            <p:cNvPr id="8" name="Freeform 5"/>
            <p:cNvSpPr>
              <a:spLocks noEditPoints="1"/>
            </p:cNvSpPr>
            <p:nvPr/>
          </p:nvSpPr>
          <p:spPr bwMode="auto">
            <a:xfrm>
              <a:off x="3578225" y="1146175"/>
              <a:ext cx="1725613" cy="498475"/>
            </a:xfrm>
            <a:custGeom>
              <a:avLst/>
              <a:gdLst>
                <a:gd name="T0" fmla="*/ 0 w 1087"/>
                <a:gd name="T1" fmla="*/ 0 h 314"/>
                <a:gd name="T2" fmla="*/ 0 w 1087"/>
                <a:gd name="T3" fmla="*/ 314 h 314"/>
                <a:gd name="T4" fmla="*/ 0 w 1087"/>
                <a:gd name="T5" fmla="*/ 314 h 314"/>
                <a:gd name="T6" fmla="*/ 1087 w 1087"/>
                <a:gd name="T7" fmla="*/ 314 h 314"/>
                <a:gd name="T8" fmla="*/ 1087 w 1087"/>
                <a:gd name="T9" fmla="*/ 0 h 314"/>
                <a:gd name="T10" fmla="*/ 0 w 1087"/>
                <a:gd name="T11" fmla="*/ 0 h 314"/>
                <a:gd name="T12" fmla="*/ 1018 w 1087"/>
                <a:gd name="T13" fmla="*/ 245 h 314"/>
                <a:gd name="T14" fmla="*/ 69 w 1087"/>
                <a:gd name="T15" fmla="*/ 245 h 314"/>
                <a:gd name="T16" fmla="*/ 69 w 1087"/>
                <a:gd name="T17" fmla="*/ 69 h 314"/>
                <a:gd name="T18" fmla="*/ 1018 w 1087"/>
                <a:gd name="T19" fmla="*/ 69 h 314"/>
                <a:gd name="T20" fmla="*/ 1018 w 1087"/>
                <a:gd name="T21" fmla="*/ 245 h 314"/>
                <a:gd name="T22" fmla="*/ 1018 w 1087"/>
                <a:gd name="T23" fmla="*/ 245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87" h="314">
                  <a:moveTo>
                    <a:pt x="0" y="0"/>
                  </a:moveTo>
                  <a:lnTo>
                    <a:pt x="0" y="314"/>
                  </a:lnTo>
                  <a:lnTo>
                    <a:pt x="0" y="314"/>
                  </a:lnTo>
                  <a:lnTo>
                    <a:pt x="1087" y="314"/>
                  </a:lnTo>
                  <a:lnTo>
                    <a:pt x="1087" y="0"/>
                  </a:lnTo>
                  <a:lnTo>
                    <a:pt x="0" y="0"/>
                  </a:lnTo>
                  <a:close/>
                  <a:moveTo>
                    <a:pt x="1018" y="245"/>
                  </a:moveTo>
                  <a:lnTo>
                    <a:pt x="69" y="245"/>
                  </a:lnTo>
                  <a:lnTo>
                    <a:pt x="69" y="69"/>
                  </a:lnTo>
                  <a:lnTo>
                    <a:pt x="1018" y="69"/>
                  </a:lnTo>
                  <a:lnTo>
                    <a:pt x="1018" y="245"/>
                  </a:lnTo>
                  <a:lnTo>
                    <a:pt x="1018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/>
            </a:p>
          </p:txBody>
        </p:sp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3578225" y="1968500"/>
              <a:ext cx="5038725" cy="1289050"/>
            </a:xfrm>
            <a:custGeom>
              <a:avLst/>
              <a:gdLst>
                <a:gd name="T0" fmla="*/ 80 w 1341"/>
                <a:gd name="T1" fmla="*/ 52 h 342"/>
                <a:gd name="T2" fmla="*/ 29 w 1341"/>
                <a:gd name="T3" fmla="*/ 77 h 342"/>
                <a:gd name="T4" fmla="*/ 212 w 1341"/>
                <a:gd name="T5" fmla="*/ 93 h 342"/>
                <a:gd name="T6" fmla="*/ 174 w 1341"/>
                <a:gd name="T7" fmla="*/ 134 h 342"/>
                <a:gd name="T8" fmla="*/ 272 w 1341"/>
                <a:gd name="T9" fmla="*/ 132 h 342"/>
                <a:gd name="T10" fmla="*/ 276 w 1341"/>
                <a:gd name="T11" fmla="*/ 38 h 342"/>
                <a:gd name="T12" fmla="*/ 327 w 1341"/>
                <a:gd name="T13" fmla="*/ 132 h 342"/>
                <a:gd name="T14" fmla="*/ 398 w 1341"/>
                <a:gd name="T15" fmla="*/ 0 h 342"/>
                <a:gd name="T16" fmla="*/ 402 w 1341"/>
                <a:gd name="T17" fmla="*/ 134 h 342"/>
                <a:gd name="T18" fmla="*/ 448 w 1341"/>
                <a:gd name="T19" fmla="*/ 93 h 342"/>
                <a:gd name="T20" fmla="*/ 448 w 1341"/>
                <a:gd name="T21" fmla="*/ 74 h 342"/>
                <a:gd name="T22" fmla="*/ 642 w 1341"/>
                <a:gd name="T23" fmla="*/ 60 h 342"/>
                <a:gd name="T24" fmla="*/ 642 w 1341"/>
                <a:gd name="T25" fmla="*/ 131 h 342"/>
                <a:gd name="T26" fmla="*/ 570 w 1341"/>
                <a:gd name="T27" fmla="*/ 111 h 342"/>
                <a:gd name="T28" fmla="*/ 530 w 1341"/>
                <a:gd name="T29" fmla="*/ 60 h 342"/>
                <a:gd name="T30" fmla="*/ 558 w 1341"/>
                <a:gd name="T31" fmla="*/ 38 h 342"/>
                <a:gd name="T32" fmla="*/ 738 w 1341"/>
                <a:gd name="T33" fmla="*/ 89 h 342"/>
                <a:gd name="T34" fmla="*/ 787 w 1341"/>
                <a:gd name="T35" fmla="*/ 45 h 342"/>
                <a:gd name="T36" fmla="*/ 736 w 1341"/>
                <a:gd name="T37" fmla="*/ 65 h 342"/>
                <a:gd name="T38" fmla="*/ 848 w 1341"/>
                <a:gd name="T39" fmla="*/ 73 h 342"/>
                <a:gd name="T40" fmla="*/ 876 w 1341"/>
                <a:gd name="T41" fmla="*/ 73 h 342"/>
                <a:gd name="T42" fmla="*/ 833 w 1341"/>
                <a:gd name="T43" fmla="*/ 91 h 342"/>
                <a:gd name="T44" fmla="*/ 965 w 1341"/>
                <a:gd name="T45" fmla="*/ 43 h 342"/>
                <a:gd name="T46" fmla="*/ 964 w 1341"/>
                <a:gd name="T47" fmla="*/ 103 h 342"/>
                <a:gd name="T48" fmla="*/ 1010 w 1341"/>
                <a:gd name="T49" fmla="*/ 132 h 342"/>
                <a:gd name="T50" fmla="*/ 1070 w 1341"/>
                <a:gd name="T51" fmla="*/ 38 h 342"/>
                <a:gd name="T52" fmla="*/ 1010 w 1341"/>
                <a:gd name="T53" fmla="*/ 89 h 342"/>
                <a:gd name="T54" fmla="*/ 1133 w 1341"/>
                <a:gd name="T55" fmla="*/ 73 h 342"/>
                <a:gd name="T56" fmla="*/ 1160 w 1341"/>
                <a:gd name="T57" fmla="*/ 73 h 342"/>
                <a:gd name="T58" fmla="*/ 1117 w 1341"/>
                <a:gd name="T59" fmla="*/ 91 h 342"/>
                <a:gd name="T60" fmla="*/ 1239 w 1341"/>
                <a:gd name="T61" fmla="*/ 39 h 342"/>
                <a:gd name="T62" fmla="*/ 1180 w 1341"/>
                <a:gd name="T63" fmla="*/ 132 h 342"/>
                <a:gd name="T64" fmla="*/ 1246 w 1341"/>
                <a:gd name="T65" fmla="*/ 85 h 342"/>
                <a:gd name="T66" fmla="*/ 1314 w 1341"/>
                <a:gd name="T67" fmla="*/ 132 h 342"/>
                <a:gd name="T68" fmla="*/ 1295 w 1341"/>
                <a:gd name="T69" fmla="*/ 110 h 342"/>
                <a:gd name="T70" fmla="*/ 18 w 1341"/>
                <a:gd name="T71" fmla="*/ 231 h 342"/>
                <a:gd name="T72" fmla="*/ 81 w 1341"/>
                <a:gd name="T73" fmla="*/ 307 h 342"/>
                <a:gd name="T74" fmla="*/ 164 w 1341"/>
                <a:gd name="T75" fmla="*/ 307 h 342"/>
                <a:gd name="T76" fmla="*/ 103 w 1341"/>
                <a:gd name="T77" fmla="*/ 214 h 342"/>
                <a:gd name="T78" fmla="*/ 252 w 1341"/>
                <a:gd name="T79" fmla="*/ 229 h 342"/>
                <a:gd name="T80" fmla="*/ 252 w 1341"/>
                <a:gd name="T81" fmla="*/ 307 h 342"/>
                <a:gd name="T82" fmla="*/ 211 w 1341"/>
                <a:gd name="T83" fmla="*/ 214 h 342"/>
                <a:gd name="T84" fmla="*/ 305 w 1341"/>
                <a:gd name="T85" fmla="*/ 212 h 342"/>
                <a:gd name="T86" fmla="*/ 338 w 1341"/>
                <a:gd name="T87" fmla="*/ 285 h 342"/>
                <a:gd name="T88" fmla="*/ 281 w 1341"/>
                <a:gd name="T89" fmla="*/ 251 h 342"/>
                <a:gd name="T90" fmla="*/ 403 w 1341"/>
                <a:gd name="T91" fmla="*/ 229 h 342"/>
                <a:gd name="T92" fmla="*/ 382 w 1341"/>
                <a:gd name="T93" fmla="*/ 228 h 342"/>
                <a:gd name="T94" fmla="*/ 430 w 1341"/>
                <a:gd name="T95" fmla="*/ 342 h 342"/>
                <a:gd name="T96" fmla="*/ 498 w 1341"/>
                <a:gd name="T97" fmla="*/ 260 h 342"/>
                <a:gd name="T98" fmla="*/ 577 w 1341"/>
                <a:gd name="T99" fmla="*/ 212 h 342"/>
                <a:gd name="T100" fmla="*/ 554 w 1341"/>
                <a:gd name="T101" fmla="*/ 307 h 342"/>
                <a:gd name="T102" fmla="*/ 623 w 1341"/>
                <a:gd name="T103" fmla="*/ 187 h 342"/>
                <a:gd name="T104" fmla="*/ 621 w 1341"/>
                <a:gd name="T105" fmla="*/ 307 h 342"/>
                <a:gd name="T106" fmla="*/ 644 w 1341"/>
                <a:gd name="T107" fmla="*/ 300 h 342"/>
                <a:gd name="T108" fmla="*/ 644 w 1341"/>
                <a:gd name="T109" fmla="*/ 240 h 342"/>
                <a:gd name="T110" fmla="*/ 661 w 1341"/>
                <a:gd name="T111" fmla="*/ 238 h 342"/>
                <a:gd name="T112" fmla="*/ 807 w 1341"/>
                <a:gd name="T113" fmla="*/ 266 h 342"/>
                <a:gd name="T114" fmla="*/ 772 w 1341"/>
                <a:gd name="T115" fmla="*/ 309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341" h="342">
                  <a:moveTo>
                    <a:pt x="29" y="132"/>
                  </a:moveTo>
                  <a:cubicBezTo>
                    <a:pt x="0" y="132"/>
                    <a:pt x="0" y="132"/>
                    <a:pt x="0" y="13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80" y="52"/>
                    <a:pt x="80" y="52"/>
                    <a:pt x="80" y="52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09" y="132"/>
                    <a:pt x="109" y="132"/>
                    <a:pt x="109" y="132"/>
                  </a:cubicBezTo>
                  <a:cubicBezTo>
                    <a:pt x="80" y="132"/>
                    <a:pt x="80" y="132"/>
                    <a:pt x="80" y="132"/>
                  </a:cubicBezTo>
                  <a:cubicBezTo>
                    <a:pt x="80" y="77"/>
                    <a:pt x="80" y="77"/>
                    <a:pt x="80" y="77"/>
                  </a:cubicBezTo>
                  <a:cubicBezTo>
                    <a:pt x="29" y="77"/>
                    <a:pt x="29" y="77"/>
                    <a:pt x="29" y="77"/>
                  </a:cubicBezTo>
                  <a:lnTo>
                    <a:pt x="29" y="132"/>
                  </a:lnTo>
                  <a:close/>
                  <a:moveTo>
                    <a:pt x="174" y="134"/>
                  </a:moveTo>
                  <a:cubicBezTo>
                    <a:pt x="145" y="134"/>
                    <a:pt x="125" y="116"/>
                    <a:pt x="125" y="85"/>
                  </a:cubicBezTo>
                  <a:cubicBezTo>
                    <a:pt x="125" y="56"/>
                    <a:pt x="144" y="36"/>
                    <a:pt x="170" y="36"/>
                  </a:cubicBezTo>
                  <a:cubicBezTo>
                    <a:pt x="198" y="36"/>
                    <a:pt x="212" y="55"/>
                    <a:pt x="212" y="83"/>
                  </a:cubicBezTo>
                  <a:cubicBezTo>
                    <a:pt x="212" y="93"/>
                    <a:pt x="212" y="93"/>
                    <a:pt x="212" y="93"/>
                  </a:cubicBezTo>
                  <a:cubicBezTo>
                    <a:pt x="152" y="93"/>
                    <a:pt x="152" y="93"/>
                    <a:pt x="152" y="93"/>
                  </a:cubicBezTo>
                  <a:cubicBezTo>
                    <a:pt x="155" y="108"/>
                    <a:pt x="167" y="112"/>
                    <a:pt x="178" y="112"/>
                  </a:cubicBezTo>
                  <a:cubicBezTo>
                    <a:pt x="188" y="112"/>
                    <a:pt x="195" y="110"/>
                    <a:pt x="204" y="104"/>
                  </a:cubicBezTo>
                  <a:cubicBezTo>
                    <a:pt x="205" y="104"/>
                    <a:pt x="205" y="104"/>
                    <a:pt x="205" y="104"/>
                  </a:cubicBezTo>
                  <a:cubicBezTo>
                    <a:pt x="205" y="126"/>
                    <a:pt x="205" y="126"/>
                    <a:pt x="205" y="126"/>
                  </a:cubicBezTo>
                  <a:cubicBezTo>
                    <a:pt x="198" y="131"/>
                    <a:pt x="187" y="134"/>
                    <a:pt x="174" y="134"/>
                  </a:cubicBezTo>
                  <a:close/>
                  <a:moveTo>
                    <a:pt x="152" y="74"/>
                  </a:moveTo>
                  <a:cubicBezTo>
                    <a:pt x="186" y="74"/>
                    <a:pt x="186" y="74"/>
                    <a:pt x="186" y="74"/>
                  </a:cubicBezTo>
                  <a:cubicBezTo>
                    <a:pt x="186" y="64"/>
                    <a:pt x="182" y="58"/>
                    <a:pt x="170" y="58"/>
                  </a:cubicBezTo>
                  <a:cubicBezTo>
                    <a:pt x="162" y="58"/>
                    <a:pt x="155" y="61"/>
                    <a:pt x="152" y="74"/>
                  </a:cubicBezTo>
                  <a:close/>
                  <a:moveTo>
                    <a:pt x="287" y="77"/>
                  </a:moveTo>
                  <a:cubicBezTo>
                    <a:pt x="272" y="132"/>
                    <a:pt x="272" y="132"/>
                    <a:pt x="272" y="132"/>
                  </a:cubicBezTo>
                  <a:cubicBezTo>
                    <a:pt x="247" y="132"/>
                    <a:pt x="247" y="132"/>
                    <a:pt x="247" y="132"/>
                  </a:cubicBezTo>
                  <a:cubicBezTo>
                    <a:pt x="218" y="39"/>
                    <a:pt x="218" y="39"/>
                    <a:pt x="218" y="39"/>
                  </a:cubicBezTo>
                  <a:cubicBezTo>
                    <a:pt x="218" y="38"/>
                    <a:pt x="218" y="38"/>
                    <a:pt x="218" y="38"/>
                  </a:cubicBezTo>
                  <a:cubicBezTo>
                    <a:pt x="246" y="38"/>
                    <a:pt x="246" y="38"/>
                    <a:pt x="246" y="38"/>
                  </a:cubicBezTo>
                  <a:cubicBezTo>
                    <a:pt x="261" y="93"/>
                    <a:pt x="261" y="93"/>
                    <a:pt x="261" y="93"/>
                  </a:cubicBezTo>
                  <a:cubicBezTo>
                    <a:pt x="276" y="38"/>
                    <a:pt x="276" y="38"/>
                    <a:pt x="276" y="38"/>
                  </a:cubicBezTo>
                  <a:cubicBezTo>
                    <a:pt x="298" y="38"/>
                    <a:pt x="298" y="38"/>
                    <a:pt x="298" y="38"/>
                  </a:cubicBezTo>
                  <a:cubicBezTo>
                    <a:pt x="313" y="93"/>
                    <a:pt x="313" y="93"/>
                    <a:pt x="313" y="93"/>
                  </a:cubicBezTo>
                  <a:cubicBezTo>
                    <a:pt x="329" y="38"/>
                    <a:pt x="329" y="38"/>
                    <a:pt x="329" y="38"/>
                  </a:cubicBezTo>
                  <a:cubicBezTo>
                    <a:pt x="355" y="38"/>
                    <a:pt x="355" y="38"/>
                    <a:pt x="355" y="38"/>
                  </a:cubicBezTo>
                  <a:cubicBezTo>
                    <a:pt x="355" y="39"/>
                    <a:pt x="355" y="39"/>
                    <a:pt x="355" y="39"/>
                  </a:cubicBezTo>
                  <a:cubicBezTo>
                    <a:pt x="327" y="132"/>
                    <a:pt x="327" y="132"/>
                    <a:pt x="327" y="132"/>
                  </a:cubicBezTo>
                  <a:cubicBezTo>
                    <a:pt x="302" y="132"/>
                    <a:pt x="302" y="132"/>
                    <a:pt x="302" y="132"/>
                  </a:cubicBezTo>
                  <a:lnTo>
                    <a:pt x="287" y="77"/>
                  </a:lnTo>
                  <a:close/>
                  <a:moveTo>
                    <a:pt x="402" y="134"/>
                  </a:moveTo>
                  <a:cubicBezTo>
                    <a:pt x="379" y="134"/>
                    <a:pt x="370" y="125"/>
                    <a:pt x="370" y="104"/>
                  </a:cubicBezTo>
                  <a:cubicBezTo>
                    <a:pt x="370" y="0"/>
                    <a:pt x="370" y="0"/>
                    <a:pt x="370" y="0"/>
                  </a:cubicBezTo>
                  <a:cubicBezTo>
                    <a:pt x="398" y="0"/>
                    <a:pt x="398" y="0"/>
                    <a:pt x="398" y="0"/>
                  </a:cubicBezTo>
                  <a:cubicBezTo>
                    <a:pt x="398" y="102"/>
                    <a:pt x="398" y="102"/>
                    <a:pt x="398" y="102"/>
                  </a:cubicBezTo>
                  <a:cubicBezTo>
                    <a:pt x="398" y="108"/>
                    <a:pt x="400" y="111"/>
                    <a:pt x="406" y="111"/>
                  </a:cubicBezTo>
                  <a:cubicBezTo>
                    <a:pt x="408" y="111"/>
                    <a:pt x="410" y="110"/>
                    <a:pt x="412" y="109"/>
                  </a:cubicBezTo>
                  <a:cubicBezTo>
                    <a:pt x="413" y="109"/>
                    <a:pt x="413" y="109"/>
                    <a:pt x="413" y="109"/>
                  </a:cubicBezTo>
                  <a:cubicBezTo>
                    <a:pt x="413" y="132"/>
                    <a:pt x="413" y="132"/>
                    <a:pt x="413" y="132"/>
                  </a:cubicBezTo>
                  <a:cubicBezTo>
                    <a:pt x="410" y="133"/>
                    <a:pt x="406" y="134"/>
                    <a:pt x="402" y="134"/>
                  </a:cubicBezTo>
                  <a:close/>
                  <a:moveTo>
                    <a:pt x="469" y="134"/>
                  </a:moveTo>
                  <a:cubicBezTo>
                    <a:pt x="440" y="134"/>
                    <a:pt x="420" y="116"/>
                    <a:pt x="420" y="85"/>
                  </a:cubicBezTo>
                  <a:cubicBezTo>
                    <a:pt x="420" y="56"/>
                    <a:pt x="440" y="36"/>
                    <a:pt x="465" y="36"/>
                  </a:cubicBezTo>
                  <a:cubicBezTo>
                    <a:pt x="494" y="36"/>
                    <a:pt x="507" y="55"/>
                    <a:pt x="507" y="83"/>
                  </a:cubicBezTo>
                  <a:cubicBezTo>
                    <a:pt x="507" y="93"/>
                    <a:pt x="507" y="93"/>
                    <a:pt x="507" y="93"/>
                  </a:cubicBezTo>
                  <a:cubicBezTo>
                    <a:pt x="448" y="93"/>
                    <a:pt x="448" y="93"/>
                    <a:pt x="448" y="93"/>
                  </a:cubicBezTo>
                  <a:cubicBezTo>
                    <a:pt x="451" y="108"/>
                    <a:pt x="462" y="112"/>
                    <a:pt x="474" y="112"/>
                  </a:cubicBezTo>
                  <a:cubicBezTo>
                    <a:pt x="484" y="112"/>
                    <a:pt x="491" y="110"/>
                    <a:pt x="500" y="104"/>
                  </a:cubicBezTo>
                  <a:cubicBezTo>
                    <a:pt x="501" y="104"/>
                    <a:pt x="501" y="104"/>
                    <a:pt x="501" y="104"/>
                  </a:cubicBezTo>
                  <a:cubicBezTo>
                    <a:pt x="501" y="126"/>
                    <a:pt x="501" y="126"/>
                    <a:pt x="501" y="126"/>
                  </a:cubicBezTo>
                  <a:cubicBezTo>
                    <a:pt x="493" y="131"/>
                    <a:pt x="482" y="134"/>
                    <a:pt x="469" y="134"/>
                  </a:cubicBezTo>
                  <a:close/>
                  <a:moveTo>
                    <a:pt x="448" y="74"/>
                  </a:moveTo>
                  <a:cubicBezTo>
                    <a:pt x="482" y="74"/>
                    <a:pt x="482" y="74"/>
                    <a:pt x="482" y="74"/>
                  </a:cubicBezTo>
                  <a:cubicBezTo>
                    <a:pt x="481" y="64"/>
                    <a:pt x="477" y="58"/>
                    <a:pt x="466" y="58"/>
                  </a:cubicBezTo>
                  <a:cubicBezTo>
                    <a:pt x="457" y="58"/>
                    <a:pt x="450" y="61"/>
                    <a:pt x="448" y="74"/>
                  </a:cubicBezTo>
                  <a:close/>
                  <a:moveTo>
                    <a:pt x="622" y="38"/>
                  </a:moveTo>
                  <a:cubicBezTo>
                    <a:pt x="642" y="38"/>
                    <a:pt x="642" y="38"/>
                    <a:pt x="642" y="38"/>
                  </a:cubicBezTo>
                  <a:cubicBezTo>
                    <a:pt x="642" y="60"/>
                    <a:pt x="642" y="60"/>
                    <a:pt x="642" y="60"/>
                  </a:cubicBezTo>
                  <a:cubicBezTo>
                    <a:pt x="622" y="60"/>
                    <a:pt x="622" y="60"/>
                    <a:pt x="622" y="60"/>
                  </a:cubicBezTo>
                  <a:cubicBezTo>
                    <a:pt x="622" y="99"/>
                    <a:pt x="622" y="99"/>
                    <a:pt x="622" y="99"/>
                  </a:cubicBezTo>
                  <a:cubicBezTo>
                    <a:pt x="622" y="107"/>
                    <a:pt x="625" y="111"/>
                    <a:pt x="633" y="111"/>
                  </a:cubicBezTo>
                  <a:cubicBezTo>
                    <a:pt x="636" y="111"/>
                    <a:pt x="639" y="110"/>
                    <a:pt x="642" y="109"/>
                  </a:cubicBezTo>
                  <a:cubicBezTo>
                    <a:pt x="642" y="109"/>
                    <a:pt x="642" y="109"/>
                    <a:pt x="642" y="109"/>
                  </a:cubicBezTo>
                  <a:cubicBezTo>
                    <a:pt x="642" y="131"/>
                    <a:pt x="642" y="131"/>
                    <a:pt x="642" y="131"/>
                  </a:cubicBezTo>
                  <a:cubicBezTo>
                    <a:pt x="639" y="132"/>
                    <a:pt x="633" y="134"/>
                    <a:pt x="625" y="134"/>
                  </a:cubicBezTo>
                  <a:cubicBezTo>
                    <a:pt x="603" y="134"/>
                    <a:pt x="594" y="124"/>
                    <a:pt x="594" y="100"/>
                  </a:cubicBezTo>
                  <a:cubicBezTo>
                    <a:pt x="594" y="60"/>
                    <a:pt x="594" y="60"/>
                    <a:pt x="594" y="60"/>
                  </a:cubicBezTo>
                  <a:cubicBezTo>
                    <a:pt x="558" y="60"/>
                    <a:pt x="558" y="60"/>
                    <a:pt x="558" y="60"/>
                  </a:cubicBezTo>
                  <a:cubicBezTo>
                    <a:pt x="558" y="99"/>
                    <a:pt x="558" y="99"/>
                    <a:pt x="558" y="99"/>
                  </a:cubicBezTo>
                  <a:cubicBezTo>
                    <a:pt x="558" y="107"/>
                    <a:pt x="561" y="111"/>
                    <a:pt x="570" y="111"/>
                  </a:cubicBezTo>
                  <a:cubicBezTo>
                    <a:pt x="572" y="111"/>
                    <a:pt x="575" y="110"/>
                    <a:pt x="578" y="109"/>
                  </a:cubicBezTo>
                  <a:cubicBezTo>
                    <a:pt x="579" y="109"/>
                    <a:pt x="579" y="109"/>
                    <a:pt x="579" y="109"/>
                  </a:cubicBezTo>
                  <a:cubicBezTo>
                    <a:pt x="579" y="131"/>
                    <a:pt x="579" y="131"/>
                    <a:pt x="579" y="131"/>
                  </a:cubicBezTo>
                  <a:cubicBezTo>
                    <a:pt x="575" y="132"/>
                    <a:pt x="570" y="134"/>
                    <a:pt x="562" y="134"/>
                  </a:cubicBezTo>
                  <a:cubicBezTo>
                    <a:pt x="539" y="134"/>
                    <a:pt x="530" y="124"/>
                    <a:pt x="530" y="100"/>
                  </a:cubicBezTo>
                  <a:cubicBezTo>
                    <a:pt x="530" y="60"/>
                    <a:pt x="530" y="60"/>
                    <a:pt x="530" y="60"/>
                  </a:cubicBezTo>
                  <a:cubicBezTo>
                    <a:pt x="516" y="60"/>
                    <a:pt x="516" y="60"/>
                    <a:pt x="516" y="60"/>
                  </a:cubicBezTo>
                  <a:cubicBezTo>
                    <a:pt x="516" y="38"/>
                    <a:pt x="516" y="38"/>
                    <a:pt x="516" y="38"/>
                  </a:cubicBezTo>
                  <a:cubicBezTo>
                    <a:pt x="530" y="38"/>
                    <a:pt x="530" y="38"/>
                    <a:pt x="530" y="38"/>
                  </a:cubicBezTo>
                  <a:cubicBezTo>
                    <a:pt x="530" y="12"/>
                    <a:pt x="530" y="12"/>
                    <a:pt x="530" y="12"/>
                  </a:cubicBezTo>
                  <a:cubicBezTo>
                    <a:pt x="558" y="12"/>
                    <a:pt x="558" y="12"/>
                    <a:pt x="558" y="12"/>
                  </a:cubicBezTo>
                  <a:cubicBezTo>
                    <a:pt x="558" y="38"/>
                    <a:pt x="558" y="38"/>
                    <a:pt x="558" y="38"/>
                  </a:cubicBezTo>
                  <a:cubicBezTo>
                    <a:pt x="594" y="38"/>
                    <a:pt x="594" y="38"/>
                    <a:pt x="594" y="38"/>
                  </a:cubicBezTo>
                  <a:cubicBezTo>
                    <a:pt x="594" y="12"/>
                    <a:pt x="594" y="12"/>
                    <a:pt x="594" y="12"/>
                  </a:cubicBezTo>
                  <a:cubicBezTo>
                    <a:pt x="622" y="12"/>
                    <a:pt x="622" y="12"/>
                    <a:pt x="622" y="12"/>
                  </a:cubicBezTo>
                  <a:cubicBezTo>
                    <a:pt x="622" y="38"/>
                    <a:pt x="622" y="38"/>
                    <a:pt x="622" y="38"/>
                  </a:cubicBezTo>
                  <a:close/>
                  <a:moveTo>
                    <a:pt x="787" y="45"/>
                  </a:moveTo>
                  <a:cubicBezTo>
                    <a:pt x="787" y="73"/>
                    <a:pt x="768" y="89"/>
                    <a:pt x="738" y="89"/>
                  </a:cubicBezTo>
                  <a:cubicBezTo>
                    <a:pt x="718" y="89"/>
                    <a:pt x="718" y="89"/>
                    <a:pt x="718" y="89"/>
                  </a:cubicBezTo>
                  <a:cubicBezTo>
                    <a:pt x="718" y="132"/>
                    <a:pt x="718" y="132"/>
                    <a:pt x="718" y="132"/>
                  </a:cubicBezTo>
                  <a:cubicBezTo>
                    <a:pt x="689" y="132"/>
                    <a:pt x="689" y="132"/>
                    <a:pt x="689" y="132"/>
                  </a:cubicBezTo>
                  <a:cubicBezTo>
                    <a:pt x="689" y="0"/>
                    <a:pt x="689" y="0"/>
                    <a:pt x="689" y="0"/>
                  </a:cubicBezTo>
                  <a:cubicBezTo>
                    <a:pt x="738" y="0"/>
                    <a:pt x="738" y="0"/>
                    <a:pt x="738" y="0"/>
                  </a:cubicBezTo>
                  <a:cubicBezTo>
                    <a:pt x="768" y="0"/>
                    <a:pt x="787" y="16"/>
                    <a:pt x="787" y="45"/>
                  </a:cubicBezTo>
                  <a:close/>
                  <a:moveTo>
                    <a:pt x="736" y="65"/>
                  </a:moveTo>
                  <a:cubicBezTo>
                    <a:pt x="751" y="65"/>
                    <a:pt x="758" y="57"/>
                    <a:pt x="758" y="45"/>
                  </a:cubicBezTo>
                  <a:cubicBezTo>
                    <a:pt x="758" y="33"/>
                    <a:pt x="751" y="24"/>
                    <a:pt x="736" y="24"/>
                  </a:cubicBezTo>
                  <a:cubicBezTo>
                    <a:pt x="718" y="24"/>
                    <a:pt x="718" y="24"/>
                    <a:pt x="718" y="24"/>
                  </a:cubicBezTo>
                  <a:cubicBezTo>
                    <a:pt x="718" y="65"/>
                    <a:pt x="718" y="65"/>
                    <a:pt x="718" y="65"/>
                  </a:cubicBezTo>
                  <a:lnTo>
                    <a:pt x="736" y="65"/>
                  </a:lnTo>
                  <a:close/>
                  <a:moveTo>
                    <a:pt x="849" y="123"/>
                  </a:moveTo>
                  <a:cubicBezTo>
                    <a:pt x="843" y="130"/>
                    <a:pt x="834" y="134"/>
                    <a:pt x="824" y="134"/>
                  </a:cubicBezTo>
                  <a:cubicBezTo>
                    <a:pt x="806" y="134"/>
                    <a:pt x="791" y="122"/>
                    <a:pt x="791" y="103"/>
                  </a:cubicBezTo>
                  <a:cubicBezTo>
                    <a:pt x="791" y="84"/>
                    <a:pt x="806" y="72"/>
                    <a:pt x="827" y="72"/>
                  </a:cubicBezTo>
                  <a:cubicBezTo>
                    <a:pt x="834" y="72"/>
                    <a:pt x="841" y="73"/>
                    <a:pt x="848" y="75"/>
                  </a:cubicBezTo>
                  <a:cubicBezTo>
                    <a:pt x="848" y="73"/>
                    <a:pt x="848" y="73"/>
                    <a:pt x="848" y="73"/>
                  </a:cubicBezTo>
                  <a:cubicBezTo>
                    <a:pt x="848" y="63"/>
                    <a:pt x="842" y="59"/>
                    <a:pt x="827" y="59"/>
                  </a:cubicBezTo>
                  <a:cubicBezTo>
                    <a:pt x="818" y="59"/>
                    <a:pt x="809" y="62"/>
                    <a:pt x="801" y="66"/>
                  </a:cubicBezTo>
                  <a:cubicBezTo>
                    <a:pt x="800" y="66"/>
                    <a:pt x="800" y="66"/>
                    <a:pt x="800" y="66"/>
                  </a:cubicBezTo>
                  <a:cubicBezTo>
                    <a:pt x="800" y="44"/>
                    <a:pt x="800" y="44"/>
                    <a:pt x="800" y="44"/>
                  </a:cubicBezTo>
                  <a:cubicBezTo>
                    <a:pt x="807" y="40"/>
                    <a:pt x="820" y="36"/>
                    <a:pt x="832" y="36"/>
                  </a:cubicBezTo>
                  <a:cubicBezTo>
                    <a:pt x="860" y="36"/>
                    <a:pt x="876" y="49"/>
                    <a:pt x="876" y="73"/>
                  </a:cubicBezTo>
                  <a:cubicBezTo>
                    <a:pt x="876" y="132"/>
                    <a:pt x="876" y="132"/>
                    <a:pt x="876" y="132"/>
                  </a:cubicBezTo>
                  <a:cubicBezTo>
                    <a:pt x="849" y="132"/>
                    <a:pt x="849" y="132"/>
                    <a:pt x="849" y="132"/>
                  </a:cubicBezTo>
                  <a:cubicBezTo>
                    <a:pt x="849" y="123"/>
                    <a:pt x="849" y="123"/>
                    <a:pt x="849" y="123"/>
                  </a:cubicBezTo>
                  <a:close/>
                  <a:moveTo>
                    <a:pt x="848" y="102"/>
                  </a:moveTo>
                  <a:cubicBezTo>
                    <a:pt x="848" y="94"/>
                    <a:pt x="848" y="94"/>
                    <a:pt x="848" y="94"/>
                  </a:cubicBezTo>
                  <a:cubicBezTo>
                    <a:pt x="844" y="92"/>
                    <a:pt x="838" y="91"/>
                    <a:pt x="833" y="91"/>
                  </a:cubicBezTo>
                  <a:cubicBezTo>
                    <a:pt x="823" y="91"/>
                    <a:pt x="818" y="95"/>
                    <a:pt x="818" y="102"/>
                  </a:cubicBezTo>
                  <a:cubicBezTo>
                    <a:pt x="818" y="110"/>
                    <a:pt x="823" y="113"/>
                    <a:pt x="832" y="113"/>
                  </a:cubicBezTo>
                  <a:cubicBezTo>
                    <a:pt x="839" y="113"/>
                    <a:pt x="845" y="109"/>
                    <a:pt x="848" y="102"/>
                  </a:cubicBezTo>
                  <a:close/>
                  <a:moveTo>
                    <a:pt x="890" y="85"/>
                  </a:moveTo>
                  <a:cubicBezTo>
                    <a:pt x="890" y="55"/>
                    <a:pt x="911" y="36"/>
                    <a:pt x="939" y="36"/>
                  </a:cubicBezTo>
                  <a:cubicBezTo>
                    <a:pt x="949" y="36"/>
                    <a:pt x="958" y="38"/>
                    <a:pt x="965" y="43"/>
                  </a:cubicBezTo>
                  <a:cubicBezTo>
                    <a:pt x="965" y="67"/>
                    <a:pt x="965" y="67"/>
                    <a:pt x="965" y="67"/>
                  </a:cubicBezTo>
                  <a:cubicBezTo>
                    <a:pt x="964" y="67"/>
                    <a:pt x="964" y="67"/>
                    <a:pt x="964" y="67"/>
                  </a:cubicBezTo>
                  <a:cubicBezTo>
                    <a:pt x="958" y="62"/>
                    <a:pt x="951" y="60"/>
                    <a:pt x="943" y="60"/>
                  </a:cubicBezTo>
                  <a:cubicBezTo>
                    <a:pt x="929" y="60"/>
                    <a:pt x="918" y="69"/>
                    <a:pt x="918" y="85"/>
                  </a:cubicBezTo>
                  <a:cubicBezTo>
                    <a:pt x="918" y="101"/>
                    <a:pt x="929" y="110"/>
                    <a:pt x="943" y="110"/>
                  </a:cubicBezTo>
                  <a:cubicBezTo>
                    <a:pt x="951" y="110"/>
                    <a:pt x="958" y="108"/>
                    <a:pt x="964" y="103"/>
                  </a:cubicBezTo>
                  <a:cubicBezTo>
                    <a:pt x="965" y="103"/>
                    <a:pt x="965" y="103"/>
                    <a:pt x="965" y="103"/>
                  </a:cubicBezTo>
                  <a:cubicBezTo>
                    <a:pt x="965" y="127"/>
                    <a:pt x="965" y="127"/>
                    <a:pt x="965" y="127"/>
                  </a:cubicBezTo>
                  <a:cubicBezTo>
                    <a:pt x="958" y="132"/>
                    <a:pt x="949" y="134"/>
                    <a:pt x="939" y="134"/>
                  </a:cubicBezTo>
                  <a:cubicBezTo>
                    <a:pt x="911" y="134"/>
                    <a:pt x="890" y="115"/>
                    <a:pt x="890" y="85"/>
                  </a:cubicBezTo>
                  <a:close/>
                  <a:moveTo>
                    <a:pt x="1010" y="89"/>
                  </a:moveTo>
                  <a:cubicBezTo>
                    <a:pt x="1010" y="132"/>
                    <a:pt x="1010" y="132"/>
                    <a:pt x="1010" y="132"/>
                  </a:cubicBezTo>
                  <a:cubicBezTo>
                    <a:pt x="983" y="132"/>
                    <a:pt x="983" y="132"/>
                    <a:pt x="983" y="132"/>
                  </a:cubicBezTo>
                  <a:cubicBezTo>
                    <a:pt x="983" y="0"/>
                    <a:pt x="983" y="0"/>
                    <a:pt x="983" y="0"/>
                  </a:cubicBezTo>
                  <a:cubicBezTo>
                    <a:pt x="1010" y="0"/>
                    <a:pt x="1010" y="0"/>
                    <a:pt x="1010" y="0"/>
                  </a:cubicBezTo>
                  <a:cubicBezTo>
                    <a:pt x="1010" y="75"/>
                    <a:pt x="1010" y="75"/>
                    <a:pt x="1010" y="75"/>
                  </a:cubicBezTo>
                  <a:cubicBezTo>
                    <a:pt x="1039" y="38"/>
                    <a:pt x="1039" y="38"/>
                    <a:pt x="1039" y="38"/>
                  </a:cubicBezTo>
                  <a:cubicBezTo>
                    <a:pt x="1070" y="38"/>
                    <a:pt x="1070" y="38"/>
                    <a:pt x="1070" y="38"/>
                  </a:cubicBezTo>
                  <a:cubicBezTo>
                    <a:pt x="1070" y="39"/>
                    <a:pt x="1070" y="39"/>
                    <a:pt x="1070" y="39"/>
                  </a:cubicBezTo>
                  <a:cubicBezTo>
                    <a:pt x="1036" y="82"/>
                    <a:pt x="1036" y="82"/>
                    <a:pt x="1036" y="82"/>
                  </a:cubicBezTo>
                  <a:cubicBezTo>
                    <a:pt x="1070" y="131"/>
                    <a:pt x="1070" y="131"/>
                    <a:pt x="1070" y="131"/>
                  </a:cubicBezTo>
                  <a:cubicBezTo>
                    <a:pt x="1070" y="132"/>
                    <a:pt x="1070" y="132"/>
                    <a:pt x="1070" y="132"/>
                  </a:cubicBezTo>
                  <a:cubicBezTo>
                    <a:pt x="1038" y="132"/>
                    <a:pt x="1038" y="132"/>
                    <a:pt x="1038" y="132"/>
                  </a:cubicBezTo>
                  <a:lnTo>
                    <a:pt x="1010" y="89"/>
                  </a:lnTo>
                  <a:close/>
                  <a:moveTo>
                    <a:pt x="1133" y="123"/>
                  </a:moveTo>
                  <a:cubicBezTo>
                    <a:pt x="1127" y="130"/>
                    <a:pt x="1118" y="134"/>
                    <a:pt x="1108" y="134"/>
                  </a:cubicBezTo>
                  <a:cubicBezTo>
                    <a:pt x="1090" y="134"/>
                    <a:pt x="1075" y="122"/>
                    <a:pt x="1075" y="103"/>
                  </a:cubicBezTo>
                  <a:cubicBezTo>
                    <a:pt x="1075" y="84"/>
                    <a:pt x="1090" y="72"/>
                    <a:pt x="1112" y="72"/>
                  </a:cubicBezTo>
                  <a:cubicBezTo>
                    <a:pt x="1118" y="72"/>
                    <a:pt x="1125" y="73"/>
                    <a:pt x="1133" y="75"/>
                  </a:cubicBezTo>
                  <a:cubicBezTo>
                    <a:pt x="1133" y="73"/>
                    <a:pt x="1133" y="73"/>
                    <a:pt x="1133" y="73"/>
                  </a:cubicBezTo>
                  <a:cubicBezTo>
                    <a:pt x="1133" y="63"/>
                    <a:pt x="1127" y="59"/>
                    <a:pt x="1112" y="59"/>
                  </a:cubicBezTo>
                  <a:cubicBezTo>
                    <a:pt x="1102" y="59"/>
                    <a:pt x="1093" y="62"/>
                    <a:pt x="1086" y="66"/>
                  </a:cubicBezTo>
                  <a:cubicBezTo>
                    <a:pt x="1084" y="66"/>
                    <a:pt x="1084" y="66"/>
                    <a:pt x="1084" y="66"/>
                  </a:cubicBezTo>
                  <a:cubicBezTo>
                    <a:pt x="1084" y="44"/>
                    <a:pt x="1084" y="44"/>
                    <a:pt x="1084" y="44"/>
                  </a:cubicBezTo>
                  <a:cubicBezTo>
                    <a:pt x="1092" y="40"/>
                    <a:pt x="1104" y="36"/>
                    <a:pt x="1117" y="36"/>
                  </a:cubicBezTo>
                  <a:cubicBezTo>
                    <a:pt x="1145" y="36"/>
                    <a:pt x="1160" y="49"/>
                    <a:pt x="1160" y="73"/>
                  </a:cubicBezTo>
                  <a:cubicBezTo>
                    <a:pt x="1160" y="132"/>
                    <a:pt x="1160" y="132"/>
                    <a:pt x="1160" y="132"/>
                  </a:cubicBezTo>
                  <a:cubicBezTo>
                    <a:pt x="1133" y="132"/>
                    <a:pt x="1133" y="132"/>
                    <a:pt x="1133" y="132"/>
                  </a:cubicBezTo>
                  <a:cubicBezTo>
                    <a:pt x="1133" y="123"/>
                    <a:pt x="1133" y="123"/>
                    <a:pt x="1133" y="123"/>
                  </a:cubicBezTo>
                  <a:close/>
                  <a:moveTo>
                    <a:pt x="1133" y="102"/>
                  </a:moveTo>
                  <a:cubicBezTo>
                    <a:pt x="1133" y="94"/>
                    <a:pt x="1133" y="94"/>
                    <a:pt x="1133" y="94"/>
                  </a:cubicBezTo>
                  <a:cubicBezTo>
                    <a:pt x="1128" y="92"/>
                    <a:pt x="1123" y="91"/>
                    <a:pt x="1117" y="91"/>
                  </a:cubicBezTo>
                  <a:cubicBezTo>
                    <a:pt x="1108" y="91"/>
                    <a:pt x="1103" y="95"/>
                    <a:pt x="1103" y="102"/>
                  </a:cubicBezTo>
                  <a:cubicBezTo>
                    <a:pt x="1103" y="110"/>
                    <a:pt x="1108" y="113"/>
                    <a:pt x="1116" y="113"/>
                  </a:cubicBezTo>
                  <a:cubicBezTo>
                    <a:pt x="1124" y="113"/>
                    <a:pt x="1130" y="109"/>
                    <a:pt x="1133" y="102"/>
                  </a:cubicBezTo>
                  <a:close/>
                  <a:moveTo>
                    <a:pt x="1207" y="53"/>
                  </a:moveTo>
                  <a:cubicBezTo>
                    <a:pt x="1212" y="43"/>
                    <a:pt x="1220" y="37"/>
                    <a:pt x="1230" y="37"/>
                  </a:cubicBezTo>
                  <a:cubicBezTo>
                    <a:pt x="1234" y="37"/>
                    <a:pt x="1238" y="38"/>
                    <a:pt x="1239" y="39"/>
                  </a:cubicBezTo>
                  <a:cubicBezTo>
                    <a:pt x="1239" y="65"/>
                    <a:pt x="1239" y="65"/>
                    <a:pt x="1239" y="65"/>
                  </a:cubicBezTo>
                  <a:cubicBezTo>
                    <a:pt x="1238" y="65"/>
                    <a:pt x="1238" y="65"/>
                    <a:pt x="1238" y="65"/>
                  </a:cubicBezTo>
                  <a:cubicBezTo>
                    <a:pt x="1235" y="64"/>
                    <a:pt x="1231" y="63"/>
                    <a:pt x="1226" y="63"/>
                  </a:cubicBezTo>
                  <a:cubicBezTo>
                    <a:pt x="1217" y="63"/>
                    <a:pt x="1210" y="68"/>
                    <a:pt x="1208" y="78"/>
                  </a:cubicBezTo>
                  <a:cubicBezTo>
                    <a:pt x="1208" y="132"/>
                    <a:pt x="1208" y="132"/>
                    <a:pt x="1208" y="132"/>
                  </a:cubicBezTo>
                  <a:cubicBezTo>
                    <a:pt x="1180" y="132"/>
                    <a:pt x="1180" y="132"/>
                    <a:pt x="1180" y="132"/>
                  </a:cubicBezTo>
                  <a:cubicBezTo>
                    <a:pt x="1180" y="38"/>
                    <a:pt x="1180" y="38"/>
                    <a:pt x="1180" y="38"/>
                  </a:cubicBezTo>
                  <a:cubicBezTo>
                    <a:pt x="1207" y="38"/>
                    <a:pt x="1207" y="38"/>
                    <a:pt x="1207" y="38"/>
                  </a:cubicBezTo>
                  <a:cubicBezTo>
                    <a:pt x="1207" y="53"/>
                    <a:pt x="1207" y="53"/>
                    <a:pt x="1207" y="53"/>
                  </a:cubicBezTo>
                  <a:close/>
                  <a:moveTo>
                    <a:pt x="1314" y="122"/>
                  </a:moveTo>
                  <a:cubicBezTo>
                    <a:pt x="1308" y="130"/>
                    <a:pt x="1298" y="134"/>
                    <a:pt x="1286" y="134"/>
                  </a:cubicBezTo>
                  <a:cubicBezTo>
                    <a:pt x="1262" y="134"/>
                    <a:pt x="1246" y="112"/>
                    <a:pt x="1246" y="85"/>
                  </a:cubicBezTo>
                  <a:cubicBezTo>
                    <a:pt x="1246" y="58"/>
                    <a:pt x="1262" y="36"/>
                    <a:pt x="1286" y="36"/>
                  </a:cubicBezTo>
                  <a:cubicBezTo>
                    <a:pt x="1298" y="36"/>
                    <a:pt x="1307" y="40"/>
                    <a:pt x="1313" y="47"/>
                  </a:cubicBezTo>
                  <a:cubicBezTo>
                    <a:pt x="1313" y="0"/>
                    <a:pt x="1313" y="0"/>
                    <a:pt x="1313" y="0"/>
                  </a:cubicBezTo>
                  <a:cubicBezTo>
                    <a:pt x="1341" y="0"/>
                    <a:pt x="1341" y="0"/>
                    <a:pt x="1341" y="0"/>
                  </a:cubicBezTo>
                  <a:cubicBezTo>
                    <a:pt x="1341" y="132"/>
                    <a:pt x="1341" y="132"/>
                    <a:pt x="1341" y="132"/>
                  </a:cubicBezTo>
                  <a:cubicBezTo>
                    <a:pt x="1314" y="132"/>
                    <a:pt x="1314" y="132"/>
                    <a:pt x="1314" y="132"/>
                  </a:cubicBezTo>
                  <a:cubicBezTo>
                    <a:pt x="1314" y="122"/>
                    <a:pt x="1314" y="122"/>
                    <a:pt x="1314" y="122"/>
                  </a:cubicBezTo>
                  <a:close/>
                  <a:moveTo>
                    <a:pt x="1313" y="100"/>
                  </a:moveTo>
                  <a:cubicBezTo>
                    <a:pt x="1313" y="70"/>
                    <a:pt x="1313" y="70"/>
                    <a:pt x="1313" y="70"/>
                  </a:cubicBezTo>
                  <a:cubicBezTo>
                    <a:pt x="1308" y="63"/>
                    <a:pt x="1302" y="60"/>
                    <a:pt x="1295" y="60"/>
                  </a:cubicBezTo>
                  <a:cubicBezTo>
                    <a:pt x="1283" y="60"/>
                    <a:pt x="1275" y="69"/>
                    <a:pt x="1275" y="85"/>
                  </a:cubicBezTo>
                  <a:cubicBezTo>
                    <a:pt x="1275" y="101"/>
                    <a:pt x="1283" y="110"/>
                    <a:pt x="1295" y="110"/>
                  </a:cubicBezTo>
                  <a:cubicBezTo>
                    <a:pt x="1302" y="110"/>
                    <a:pt x="1308" y="107"/>
                    <a:pt x="1313" y="100"/>
                  </a:cubicBezTo>
                  <a:close/>
                  <a:moveTo>
                    <a:pt x="0" y="175"/>
                  </a:moveTo>
                  <a:cubicBezTo>
                    <a:pt x="81" y="175"/>
                    <a:pt x="81" y="175"/>
                    <a:pt x="81" y="175"/>
                  </a:cubicBezTo>
                  <a:cubicBezTo>
                    <a:pt x="81" y="191"/>
                    <a:pt x="81" y="191"/>
                    <a:pt x="81" y="191"/>
                  </a:cubicBezTo>
                  <a:cubicBezTo>
                    <a:pt x="18" y="191"/>
                    <a:pt x="18" y="191"/>
                    <a:pt x="18" y="191"/>
                  </a:cubicBezTo>
                  <a:cubicBezTo>
                    <a:pt x="18" y="231"/>
                    <a:pt x="18" y="231"/>
                    <a:pt x="18" y="231"/>
                  </a:cubicBezTo>
                  <a:cubicBezTo>
                    <a:pt x="75" y="231"/>
                    <a:pt x="75" y="231"/>
                    <a:pt x="75" y="231"/>
                  </a:cubicBezTo>
                  <a:cubicBezTo>
                    <a:pt x="75" y="247"/>
                    <a:pt x="75" y="247"/>
                    <a:pt x="75" y="247"/>
                  </a:cubicBezTo>
                  <a:cubicBezTo>
                    <a:pt x="18" y="247"/>
                    <a:pt x="18" y="247"/>
                    <a:pt x="18" y="247"/>
                  </a:cubicBezTo>
                  <a:cubicBezTo>
                    <a:pt x="18" y="291"/>
                    <a:pt x="18" y="291"/>
                    <a:pt x="18" y="291"/>
                  </a:cubicBezTo>
                  <a:cubicBezTo>
                    <a:pt x="81" y="291"/>
                    <a:pt x="81" y="291"/>
                    <a:pt x="81" y="291"/>
                  </a:cubicBezTo>
                  <a:cubicBezTo>
                    <a:pt x="81" y="307"/>
                    <a:pt x="81" y="307"/>
                    <a:pt x="81" y="307"/>
                  </a:cubicBezTo>
                  <a:cubicBezTo>
                    <a:pt x="0" y="307"/>
                    <a:pt x="0" y="307"/>
                    <a:pt x="0" y="307"/>
                  </a:cubicBezTo>
                  <a:lnTo>
                    <a:pt x="0" y="175"/>
                  </a:lnTo>
                  <a:close/>
                  <a:moveTo>
                    <a:pt x="149" y="212"/>
                  </a:moveTo>
                  <a:cubicBezTo>
                    <a:pt x="169" y="212"/>
                    <a:pt x="181" y="226"/>
                    <a:pt x="181" y="248"/>
                  </a:cubicBezTo>
                  <a:cubicBezTo>
                    <a:pt x="181" y="307"/>
                    <a:pt x="181" y="307"/>
                    <a:pt x="181" y="307"/>
                  </a:cubicBezTo>
                  <a:cubicBezTo>
                    <a:pt x="164" y="307"/>
                    <a:pt x="164" y="307"/>
                    <a:pt x="164" y="307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4" y="237"/>
                    <a:pt x="157" y="228"/>
                    <a:pt x="144" y="228"/>
                  </a:cubicBezTo>
                  <a:cubicBezTo>
                    <a:pt x="133" y="228"/>
                    <a:pt x="124" y="235"/>
                    <a:pt x="121" y="245"/>
                  </a:cubicBezTo>
                  <a:cubicBezTo>
                    <a:pt x="121" y="307"/>
                    <a:pt x="121" y="307"/>
                    <a:pt x="121" y="307"/>
                  </a:cubicBezTo>
                  <a:cubicBezTo>
                    <a:pt x="103" y="307"/>
                    <a:pt x="103" y="307"/>
                    <a:pt x="103" y="307"/>
                  </a:cubicBezTo>
                  <a:cubicBezTo>
                    <a:pt x="103" y="214"/>
                    <a:pt x="103" y="214"/>
                    <a:pt x="103" y="214"/>
                  </a:cubicBezTo>
                  <a:cubicBezTo>
                    <a:pt x="121" y="214"/>
                    <a:pt x="121" y="214"/>
                    <a:pt x="121" y="214"/>
                  </a:cubicBezTo>
                  <a:cubicBezTo>
                    <a:pt x="121" y="227"/>
                    <a:pt x="121" y="227"/>
                    <a:pt x="121" y="227"/>
                  </a:cubicBezTo>
                  <a:cubicBezTo>
                    <a:pt x="126" y="219"/>
                    <a:pt x="136" y="212"/>
                    <a:pt x="149" y="212"/>
                  </a:cubicBezTo>
                  <a:close/>
                  <a:moveTo>
                    <a:pt x="228" y="214"/>
                  </a:moveTo>
                  <a:cubicBezTo>
                    <a:pt x="252" y="214"/>
                    <a:pt x="252" y="214"/>
                    <a:pt x="252" y="214"/>
                  </a:cubicBezTo>
                  <a:cubicBezTo>
                    <a:pt x="252" y="229"/>
                    <a:pt x="252" y="229"/>
                    <a:pt x="252" y="229"/>
                  </a:cubicBezTo>
                  <a:cubicBezTo>
                    <a:pt x="228" y="229"/>
                    <a:pt x="228" y="229"/>
                    <a:pt x="228" y="229"/>
                  </a:cubicBezTo>
                  <a:cubicBezTo>
                    <a:pt x="228" y="279"/>
                    <a:pt x="228" y="279"/>
                    <a:pt x="228" y="279"/>
                  </a:cubicBezTo>
                  <a:cubicBezTo>
                    <a:pt x="228" y="289"/>
                    <a:pt x="234" y="293"/>
                    <a:pt x="243" y="293"/>
                  </a:cubicBezTo>
                  <a:cubicBezTo>
                    <a:pt x="246" y="293"/>
                    <a:pt x="249" y="293"/>
                    <a:pt x="251" y="292"/>
                  </a:cubicBezTo>
                  <a:cubicBezTo>
                    <a:pt x="252" y="292"/>
                    <a:pt x="252" y="292"/>
                    <a:pt x="252" y="292"/>
                  </a:cubicBezTo>
                  <a:cubicBezTo>
                    <a:pt x="252" y="307"/>
                    <a:pt x="252" y="307"/>
                    <a:pt x="252" y="307"/>
                  </a:cubicBezTo>
                  <a:cubicBezTo>
                    <a:pt x="249" y="308"/>
                    <a:pt x="246" y="309"/>
                    <a:pt x="241" y="309"/>
                  </a:cubicBezTo>
                  <a:cubicBezTo>
                    <a:pt x="219" y="309"/>
                    <a:pt x="211" y="299"/>
                    <a:pt x="211" y="281"/>
                  </a:cubicBezTo>
                  <a:cubicBezTo>
                    <a:pt x="211" y="229"/>
                    <a:pt x="211" y="229"/>
                    <a:pt x="211" y="229"/>
                  </a:cubicBezTo>
                  <a:cubicBezTo>
                    <a:pt x="195" y="229"/>
                    <a:pt x="195" y="229"/>
                    <a:pt x="195" y="229"/>
                  </a:cubicBezTo>
                  <a:cubicBezTo>
                    <a:pt x="195" y="214"/>
                    <a:pt x="195" y="214"/>
                    <a:pt x="195" y="214"/>
                  </a:cubicBezTo>
                  <a:cubicBezTo>
                    <a:pt x="211" y="214"/>
                    <a:pt x="211" y="214"/>
                    <a:pt x="211" y="214"/>
                  </a:cubicBezTo>
                  <a:cubicBezTo>
                    <a:pt x="211" y="189"/>
                    <a:pt x="211" y="189"/>
                    <a:pt x="211" y="189"/>
                  </a:cubicBezTo>
                  <a:cubicBezTo>
                    <a:pt x="228" y="189"/>
                    <a:pt x="228" y="189"/>
                    <a:pt x="228" y="189"/>
                  </a:cubicBezTo>
                  <a:lnTo>
                    <a:pt x="228" y="214"/>
                  </a:lnTo>
                  <a:close/>
                  <a:moveTo>
                    <a:pt x="309" y="309"/>
                  </a:moveTo>
                  <a:cubicBezTo>
                    <a:pt x="282" y="309"/>
                    <a:pt x="263" y="290"/>
                    <a:pt x="263" y="261"/>
                  </a:cubicBezTo>
                  <a:cubicBezTo>
                    <a:pt x="263" y="232"/>
                    <a:pt x="280" y="212"/>
                    <a:pt x="305" y="212"/>
                  </a:cubicBezTo>
                  <a:cubicBezTo>
                    <a:pt x="331" y="212"/>
                    <a:pt x="344" y="230"/>
                    <a:pt x="344" y="258"/>
                  </a:cubicBezTo>
                  <a:cubicBezTo>
                    <a:pt x="344" y="266"/>
                    <a:pt x="344" y="266"/>
                    <a:pt x="344" y="266"/>
                  </a:cubicBezTo>
                  <a:cubicBezTo>
                    <a:pt x="281" y="266"/>
                    <a:pt x="281" y="266"/>
                    <a:pt x="281" y="266"/>
                  </a:cubicBezTo>
                  <a:cubicBezTo>
                    <a:pt x="282" y="284"/>
                    <a:pt x="295" y="293"/>
                    <a:pt x="311" y="293"/>
                  </a:cubicBezTo>
                  <a:cubicBezTo>
                    <a:pt x="321" y="293"/>
                    <a:pt x="329" y="291"/>
                    <a:pt x="337" y="285"/>
                  </a:cubicBezTo>
                  <a:cubicBezTo>
                    <a:pt x="338" y="285"/>
                    <a:pt x="338" y="285"/>
                    <a:pt x="338" y="285"/>
                  </a:cubicBezTo>
                  <a:cubicBezTo>
                    <a:pt x="338" y="300"/>
                    <a:pt x="338" y="300"/>
                    <a:pt x="338" y="300"/>
                  </a:cubicBezTo>
                  <a:cubicBezTo>
                    <a:pt x="330" y="306"/>
                    <a:pt x="320" y="309"/>
                    <a:pt x="309" y="309"/>
                  </a:cubicBezTo>
                  <a:close/>
                  <a:moveTo>
                    <a:pt x="281" y="251"/>
                  </a:moveTo>
                  <a:cubicBezTo>
                    <a:pt x="327" y="251"/>
                    <a:pt x="327" y="251"/>
                    <a:pt x="327" y="251"/>
                  </a:cubicBezTo>
                  <a:cubicBezTo>
                    <a:pt x="327" y="237"/>
                    <a:pt x="320" y="227"/>
                    <a:pt x="306" y="227"/>
                  </a:cubicBezTo>
                  <a:cubicBezTo>
                    <a:pt x="292" y="227"/>
                    <a:pt x="284" y="237"/>
                    <a:pt x="281" y="251"/>
                  </a:cubicBezTo>
                  <a:close/>
                  <a:moveTo>
                    <a:pt x="382" y="228"/>
                  </a:moveTo>
                  <a:cubicBezTo>
                    <a:pt x="386" y="218"/>
                    <a:pt x="395" y="212"/>
                    <a:pt x="405" y="212"/>
                  </a:cubicBezTo>
                  <a:cubicBezTo>
                    <a:pt x="409" y="212"/>
                    <a:pt x="413" y="213"/>
                    <a:pt x="414" y="214"/>
                  </a:cubicBezTo>
                  <a:cubicBezTo>
                    <a:pt x="414" y="231"/>
                    <a:pt x="414" y="231"/>
                    <a:pt x="414" y="231"/>
                  </a:cubicBezTo>
                  <a:cubicBezTo>
                    <a:pt x="414" y="231"/>
                    <a:pt x="414" y="231"/>
                    <a:pt x="414" y="231"/>
                  </a:cubicBezTo>
                  <a:cubicBezTo>
                    <a:pt x="411" y="230"/>
                    <a:pt x="407" y="229"/>
                    <a:pt x="403" y="229"/>
                  </a:cubicBezTo>
                  <a:cubicBezTo>
                    <a:pt x="393" y="229"/>
                    <a:pt x="385" y="236"/>
                    <a:pt x="382" y="246"/>
                  </a:cubicBezTo>
                  <a:cubicBezTo>
                    <a:pt x="382" y="307"/>
                    <a:pt x="382" y="307"/>
                    <a:pt x="382" y="307"/>
                  </a:cubicBezTo>
                  <a:cubicBezTo>
                    <a:pt x="365" y="307"/>
                    <a:pt x="365" y="307"/>
                    <a:pt x="365" y="307"/>
                  </a:cubicBezTo>
                  <a:cubicBezTo>
                    <a:pt x="365" y="214"/>
                    <a:pt x="365" y="214"/>
                    <a:pt x="365" y="214"/>
                  </a:cubicBezTo>
                  <a:cubicBezTo>
                    <a:pt x="382" y="214"/>
                    <a:pt x="382" y="214"/>
                    <a:pt x="382" y="214"/>
                  </a:cubicBezTo>
                  <a:cubicBezTo>
                    <a:pt x="382" y="228"/>
                    <a:pt x="382" y="228"/>
                    <a:pt x="382" y="228"/>
                  </a:cubicBezTo>
                  <a:close/>
                  <a:moveTo>
                    <a:pt x="474" y="212"/>
                  </a:moveTo>
                  <a:cubicBezTo>
                    <a:pt x="502" y="212"/>
                    <a:pt x="516" y="235"/>
                    <a:pt x="516" y="260"/>
                  </a:cubicBezTo>
                  <a:cubicBezTo>
                    <a:pt x="516" y="286"/>
                    <a:pt x="502" y="309"/>
                    <a:pt x="474" y="309"/>
                  </a:cubicBezTo>
                  <a:cubicBezTo>
                    <a:pt x="463" y="309"/>
                    <a:pt x="453" y="303"/>
                    <a:pt x="448" y="296"/>
                  </a:cubicBezTo>
                  <a:cubicBezTo>
                    <a:pt x="448" y="342"/>
                    <a:pt x="448" y="342"/>
                    <a:pt x="448" y="342"/>
                  </a:cubicBezTo>
                  <a:cubicBezTo>
                    <a:pt x="430" y="342"/>
                    <a:pt x="430" y="342"/>
                    <a:pt x="430" y="342"/>
                  </a:cubicBezTo>
                  <a:cubicBezTo>
                    <a:pt x="430" y="214"/>
                    <a:pt x="430" y="214"/>
                    <a:pt x="430" y="214"/>
                  </a:cubicBezTo>
                  <a:cubicBezTo>
                    <a:pt x="448" y="214"/>
                    <a:pt x="448" y="214"/>
                    <a:pt x="448" y="214"/>
                  </a:cubicBezTo>
                  <a:cubicBezTo>
                    <a:pt x="448" y="224"/>
                    <a:pt x="448" y="224"/>
                    <a:pt x="448" y="224"/>
                  </a:cubicBezTo>
                  <a:cubicBezTo>
                    <a:pt x="453" y="218"/>
                    <a:pt x="463" y="212"/>
                    <a:pt x="474" y="212"/>
                  </a:cubicBezTo>
                  <a:close/>
                  <a:moveTo>
                    <a:pt x="471" y="293"/>
                  </a:moveTo>
                  <a:cubicBezTo>
                    <a:pt x="488" y="293"/>
                    <a:pt x="498" y="279"/>
                    <a:pt x="498" y="260"/>
                  </a:cubicBezTo>
                  <a:cubicBezTo>
                    <a:pt x="498" y="242"/>
                    <a:pt x="488" y="228"/>
                    <a:pt x="471" y="228"/>
                  </a:cubicBezTo>
                  <a:cubicBezTo>
                    <a:pt x="461" y="228"/>
                    <a:pt x="453" y="233"/>
                    <a:pt x="448" y="243"/>
                  </a:cubicBezTo>
                  <a:cubicBezTo>
                    <a:pt x="448" y="278"/>
                    <a:pt x="448" y="278"/>
                    <a:pt x="448" y="278"/>
                  </a:cubicBezTo>
                  <a:cubicBezTo>
                    <a:pt x="453" y="287"/>
                    <a:pt x="461" y="293"/>
                    <a:pt x="471" y="293"/>
                  </a:cubicBezTo>
                  <a:close/>
                  <a:moveTo>
                    <a:pt x="554" y="228"/>
                  </a:moveTo>
                  <a:cubicBezTo>
                    <a:pt x="558" y="218"/>
                    <a:pt x="567" y="212"/>
                    <a:pt x="577" y="212"/>
                  </a:cubicBezTo>
                  <a:cubicBezTo>
                    <a:pt x="581" y="212"/>
                    <a:pt x="585" y="213"/>
                    <a:pt x="587" y="214"/>
                  </a:cubicBezTo>
                  <a:cubicBezTo>
                    <a:pt x="587" y="231"/>
                    <a:pt x="587" y="231"/>
                    <a:pt x="587" y="231"/>
                  </a:cubicBezTo>
                  <a:cubicBezTo>
                    <a:pt x="586" y="231"/>
                    <a:pt x="586" y="231"/>
                    <a:pt x="586" y="231"/>
                  </a:cubicBezTo>
                  <a:cubicBezTo>
                    <a:pt x="583" y="230"/>
                    <a:pt x="579" y="229"/>
                    <a:pt x="575" y="229"/>
                  </a:cubicBezTo>
                  <a:cubicBezTo>
                    <a:pt x="565" y="229"/>
                    <a:pt x="557" y="236"/>
                    <a:pt x="554" y="246"/>
                  </a:cubicBezTo>
                  <a:cubicBezTo>
                    <a:pt x="554" y="307"/>
                    <a:pt x="554" y="307"/>
                    <a:pt x="554" y="307"/>
                  </a:cubicBezTo>
                  <a:cubicBezTo>
                    <a:pt x="537" y="307"/>
                    <a:pt x="537" y="307"/>
                    <a:pt x="537" y="307"/>
                  </a:cubicBezTo>
                  <a:cubicBezTo>
                    <a:pt x="537" y="214"/>
                    <a:pt x="537" y="214"/>
                    <a:pt x="537" y="214"/>
                  </a:cubicBezTo>
                  <a:cubicBezTo>
                    <a:pt x="554" y="214"/>
                    <a:pt x="554" y="214"/>
                    <a:pt x="554" y="214"/>
                  </a:cubicBezTo>
                  <a:cubicBezTo>
                    <a:pt x="554" y="228"/>
                    <a:pt x="554" y="228"/>
                    <a:pt x="554" y="228"/>
                  </a:cubicBezTo>
                  <a:close/>
                  <a:moveTo>
                    <a:pt x="612" y="176"/>
                  </a:moveTo>
                  <a:cubicBezTo>
                    <a:pt x="618" y="176"/>
                    <a:pt x="623" y="181"/>
                    <a:pt x="623" y="187"/>
                  </a:cubicBezTo>
                  <a:cubicBezTo>
                    <a:pt x="623" y="193"/>
                    <a:pt x="618" y="198"/>
                    <a:pt x="612" y="198"/>
                  </a:cubicBezTo>
                  <a:cubicBezTo>
                    <a:pt x="606" y="198"/>
                    <a:pt x="601" y="193"/>
                    <a:pt x="601" y="187"/>
                  </a:cubicBezTo>
                  <a:cubicBezTo>
                    <a:pt x="601" y="181"/>
                    <a:pt x="606" y="176"/>
                    <a:pt x="612" y="176"/>
                  </a:cubicBezTo>
                  <a:close/>
                  <a:moveTo>
                    <a:pt x="603" y="214"/>
                  </a:moveTo>
                  <a:cubicBezTo>
                    <a:pt x="621" y="214"/>
                    <a:pt x="621" y="214"/>
                    <a:pt x="621" y="214"/>
                  </a:cubicBezTo>
                  <a:cubicBezTo>
                    <a:pt x="621" y="307"/>
                    <a:pt x="621" y="307"/>
                    <a:pt x="621" y="307"/>
                  </a:cubicBezTo>
                  <a:cubicBezTo>
                    <a:pt x="603" y="307"/>
                    <a:pt x="603" y="307"/>
                    <a:pt x="603" y="307"/>
                  </a:cubicBezTo>
                  <a:lnTo>
                    <a:pt x="603" y="214"/>
                  </a:lnTo>
                  <a:close/>
                  <a:moveTo>
                    <a:pt x="683" y="252"/>
                  </a:moveTo>
                  <a:cubicBezTo>
                    <a:pt x="696" y="257"/>
                    <a:pt x="711" y="262"/>
                    <a:pt x="711" y="280"/>
                  </a:cubicBezTo>
                  <a:cubicBezTo>
                    <a:pt x="711" y="299"/>
                    <a:pt x="696" y="309"/>
                    <a:pt x="675" y="309"/>
                  </a:cubicBezTo>
                  <a:cubicBezTo>
                    <a:pt x="663" y="309"/>
                    <a:pt x="651" y="306"/>
                    <a:pt x="644" y="300"/>
                  </a:cubicBezTo>
                  <a:cubicBezTo>
                    <a:pt x="644" y="283"/>
                    <a:pt x="644" y="283"/>
                    <a:pt x="644" y="283"/>
                  </a:cubicBezTo>
                  <a:cubicBezTo>
                    <a:pt x="645" y="283"/>
                    <a:pt x="645" y="283"/>
                    <a:pt x="645" y="283"/>
                  </a:cubicBezTo>
                  <a:cubicBezTo>
                    <a:pt x="653" y="291"/>
                    <a:pt x="664" y="294"/>
                    <a:pt x="675" y="294"/>
                  </a:cubicBezTo>
                  <a:cubicBezTo>
                    <a:pt x="685" y="294"/>
                    <a:pt x="694" y="290"/>
                    <a:pt x="694" y="282"/>
                  </a:cubicBezTo>
                  <a:cubicBezTo>
                    <a:pt x="694" y="274"/>
                    <a:pt x="687" y="272"/>
                    <a:pt x="672" y="267"/>
                  </a:cubicBezTo>
                  <a:cubicBezTo>
                    <a:pt x="659" y="263"/>
                    <a:pt x="644" y="258"/>
                    <a:pt x="644" y="240"/>
                  </a:cubicBezTo>
                  <a:cubicBezTo>
                    <a:pt x="644" y="223"/>
                    <a:pt x="659" y="212"/>
                    <a:pt x="678" y="212"/>
                  </a:cubicBezTo>
                  <a:cubicBezTo>
                    <a:pt x="689" y="212"/>
                    <a:pt x="699" y="214"/>
                    <a:pt x="706" y="220"/>
                  </a:cubicBezTo>
                  <a:cubicBezTo>
                    <a:pt x="706" y="236"/>
                    <a:pt x="706" y="236"/>
                    <a:pt x="706" y="236"/>
                  </a:cubicBezTo>
                  <a:cubicBezTo>
                    <a:pt x="706" y="236"/>
                    <a:pt x="706" y="236"/>
                    <a:pt x="706" y="236"/>
                  </a:cubicBezTo>
                  <a:cubicBezTo>
                    <a:pt x="698" y="230"/>
                    <a:pt x="689" y="227"/>
                    <a:pt x="678" y="227"/>
                  </a:cubicBezTo>
                  <a:cubicBezTo>
                    <a:pt x="667" y="227"/>
                    <a:pt x="661" y="232"/>
                    <a:pt x="661" y="238"/>
                  </a:cubicBezTo>
                  <a:cubicBezTo>
                    <a:pt x="661" y="246"/>
                    <a:pt x="668" y="248"/>
                    <a:pt x="683" y="252"/>
                  </a:cubicBezTo>
                  <a:close/>
                  <a:moveTo>
                    <a:pt x="772" y="309"/>
                  </a:moveTo>
                  <a:cubicBezTo>
                    <a:pt x="745" y="309"/>
                    <a:pt x="726" y="290"/>
                    <a:pt x="726" y="261"/>
                  </a:cubicBezTo>
                  <a:cubicBezTo>
                    <a:pt x="726" y="232"/>
                    <a:pt x="744" y="212"/>
                    <a:pt x="769" y="212"/>
                  </a:cubicBezTo>
                  <a:cubicBezTo>
                    <a:pt x="794" y="212"/>
                    <a:pt x="807" y="230"/>
                    <a:pt x="807" y="258"/>
                  </a:cubicBezTo>
                  <a:cubicBezTo>
                    <a:pt x="807" y="266"/>
                    <a:pt x="807" y="266"/>
                    <a:pt x="807" y="266"/>
                  </a:cubicBezTo>
                  <a:cubicBezTo>
                    <a:pt x="744" y="266"/>
                    <a:pt x="744" y="266"/>
                    <a:pt x="744" y="266"/>
                  </a:cubicBezTo>
                  <a:cubicBezTo>
                    <a:pt x="746" y="284"/>
                    <a:pt x="758" y="293"/>
                    <a:pt x="774" y="293"/>
                  </a:cubicBezTo>
                  <a:cubicBezTo>
                    <a:pt x="785" y="293"/>
                    <a:pt x="792" y="291"/>
                    <a:pt x="800" y="285"/>
                  </a:cubicBezTo>
                  <a:cubicBezTo>
                    <a:pt x="801" y="285"/>
                    <a:pt x="801" y="285"/>
                    <a:pt x="801" y="285"/>
                  </a:cubicBezTo>
                  <a:cubicBezTo>
                    <a:pt x="801" y="300"/>
                    <a:pt x="801" y="300"/>
                    <a:pt x="801" y="300"/>
                  </a:cubicBezTo>
                  <a:cubicBezTo>
                    <a:pt x="793" y="306"/>
                    <a:pt x="783" y="309"/>
                    <a:pt x="772" y="309"/>
                  </a:cubicBezTo>
                  <a:close/>
                  <a:moveTo>
                    <a:pt x="744" y="251"/>
                  </a:moveTo>
                  <a:cubicBezTo>
                    <a:pt x="791" y="251"/>
                    <a:pt x="791" y="251"/>
                    <a:pt x="791" y="251"/>
                  </a:cubicBezTo>
                  <a:cubicBezTo>
                    <a:pt x="790" y="237"/>
                    <a:pt x="783" y="227"/>
                    <a:pt x="769" y="227"/>
                  </a:cubicBezTo>
                  <a:cubicBezTo>
                    <a:pt x="756" y="227"/>
                    <a:pt x="747" y="237"/>
                    <a:pt x="744" y="2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/>
            </a:p>
          </p:txBody>
        </p:sp>
      </p:grp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080A3-67D3-4334-BBBD-2586A0E23186}" type="datetime4">
              <a:rPr lang="en-US" smtClean="0"/>
              <a:t>August 21, 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| Confidential | Internal Use Only </a:t>
            </a: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016F8AB-BCEA-4347-8BA6-BE776009BC89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43037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AAD1B-173D-4E62-B833-0AF2E678DB5B}" type="datetime4">
              <a:rPr lang="en-US" smtClean="0"/>
              <a:t>August 21, 2019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| Confidential | Internal Use Only </a:t>
            </a:r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6F8AB-BCEA-4347-8BA6-BE776009BC89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5291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441" y="521208"/>
            <a:ext cx="10969943" cy="411480"/>
          </a:xfrm>
        </p:spPr>
        <p:txBody>
          <a:bodyPr wrap="square">
            <a:noAutofit/>
          </a:bodyPr>
          <a:lstStyle>
            <a:lvl1pPr>
              <a:defRPr baseline="0"/>
            </a:lvl1pPr>
          </a:lstStyle>
          <a:p>
            <a:r>
              <a:t>Click to add one-line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9440" y="934240"/>
            <a:ext cx="10969943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400" baseline="0"/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t>Click to add one-line subtitle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10969784" cy="457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CE476-A3A9-47EC-ACB1-2D0024860F8E}" type="datetime4">
              <a:rPr lang="en-US" smtClean="0"/>
              <a:t>August 21, 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| Confidential | Internal Use Only 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6F8AB-BCEA-4347-8BA6-BE776009BC8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0616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441" y="521208"/>
            <a:ext cx="10969943" cy="411480"/>
          </a:xfrm>
        </p:spPr>
        <p:txBody>
          <a:bodyPr wrap="square">
            <a:noAutofit/>
          </a:bodyPr>
          <a:lstStyle>
            <a:lvl1pPr>
              <a:defRPr baseline="0"/>
            </a:lvl1pPr>
          </a:lstStyle>
          <a:p>
            <a:r>
              <a:t>Click to add one-line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9440" y="934240"/>
            <a:ext cx="10969943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400" baseline="0"/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t>Click to add one-line subtitle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1524000"/>
            <a:ext cx="10969943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400" b="1" baseline="0"/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dirty="0"/>
              <a:t>Click to add one-line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78152"/>
            <a:ext cx="10969784" cy="41178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2B2E7-D875-4E89-BEB0-DF13336BC9CE}" type="datetime4">
              <a:rPr lang="en-US" smtClean="0"/>
              <a:t>August 21, 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| Confidential | Internal Use Only 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6F8AB-BCEA-4347-8BA6-BE776009BC8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70680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6EDFA-6C48-4F15-B65F-ABE41D14A4C8}" type="datetime4">
              <a:rPr lang="en-US" smtClean="0"/>
              <a:t>August 21, 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| Confidential | Internal Use Only </a:t>
            </a: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6F8AB-BCEA-4347-8BA6-BE776009BC8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49791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09441" y="521208"/>
            <a:ext cx="10969943" cy="411480"/>
          </a:xfrm>
        </p:spPr>
        <p:txBody>
          <a:bodyPr/>
          <a:lstStyle>
            <a:lvl1pPr>
              <a:defRPr/>
            </a:lvl1pPr>
          </a:lstStyle>
          <a:p>
            <a:r>
              <a:t>Click to add one-line title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9440" y="934240"/>
            <a:ext cx="10969943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400" baseline="0"/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t>Click to add one-line subtitle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3AE83-4A36-4E0D-BF8F-4D5F09C9996E}" type="datetime4">
              <a:rPr lang="en-US" smtClean="0"/>
              <a:t>August 21, 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| Confidential | Internal Use Only </a:t>
            </a: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6F8AB-BCEA-4347-8BA6-BE776009BC8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29388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66151-5C95-458F-9D01-ADBA6339298B}" type="datetime4">
              <a:rPr lang="en-US" smtClean="0"/>
              <a:t>August 21, 2019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| Confidential | Internal Use Only 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6F8AB-BCEA-4347-8BA6-BE776009BC8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5925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519236"/>
            <a:ext cx="10969943" cy="8523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524000"/>
            <a:ext cx="5303520" cy="4572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5864" y="1524000"/>
            <a:ext cx="5303520" cy="4572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57C41-464A-475D-A0CC-FA046720D321}" type="datetime4">
              <a:rPr lang="en-US" smtClean="0"/>
              <a:t>August 21, 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| Confidential | Internal Use Only 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6F8AB-BCEA-4347-8BA6-BE776009BC8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3249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519236"/>
            <a:ext cx="10969943" cy="8523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1523999"/>
            <a:ext cx="5303520" cy="32004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dirty="0"/>
              <a:t>Click to add heading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1905000"/>
            <a:ext cx="5303520" cy="4191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275864" y="1523999"/>
            <a:ext cx="5303520" cy="32004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add heading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5864" y="1905000"/>
            <a:ext cx="5303520" cy="4191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BB321-0014-4731-89E6-1BC031F3EE89}" type="datetime4">
              <a:rPr lang="en-US" smtClean="0"/>
              <a:t>August 21, 2019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| Confidential | Internal Use Only </a:t>
            </a:r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6F8AB-BCEA-4347-8BA6-BE776009BC8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2981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, Subtitle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441" y="521208"/>
            <a:ext cx="10969943" cy="411480"/>
          </a:xfrm>
        </p:spPr>
        <p:txBody>
          <a:bodyPr/>
          <a:lstStyle>
            <a:lvl1pPr>
              <a:defRPr/>
            </a:lvl1pPr>
          </a:lstStyle>
          <a:p>
            <a:r>
              <a:t>Click to add one-line title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9440" y="934240"/>
            <a:ext cx="10969943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400" baseline="0"/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t>Click to add one-line subtitle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1524000"/>
            <a:ext cx="5303520" cy="32004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add heading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1906552"/>
            <a:ext cx="5303520" cy="418944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275864" y="1524000"/>
            <a:ext cx="5303520" cy="32004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add heading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5864" y="1906552"/>
            <a:ext cx="5303520" cy="418944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A9101-7F81-4BC0-9C6D-05CA017BFC04}" type="datetime4">
              <a:rPr lang="en-US" smtClean="0"/>
              <a:t>August 21, 2019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| Confidential | Internal Use Only </a:t>
            </a:r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6F8AB-BCEA-4347-8BA6-BE776009BC8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0840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519236"/>
            <a:ext cx="10969943" cy="8523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9441" y="1524000"/>
            <a:ext cx="3429000" cy="4572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4381500" y="1524000"/>
            <a:ext cx="3429000" cy="4572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8150384" y="1524000"/>
            <a:ext cx="3429000" cy="4572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2CA6-9065-4530-9FEE-3074B09FF7FD}" type="datetime4">
              <a:rPr lang="en-US" smtClean="0"/>
              <a:t>August 21, 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| Confidential | Internal Use Only 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6F8AB-BCEA-4347-8BA6-BE776009BC8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2543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519236"/>
            <a:ext cx="10969943" cy="8523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1523999"/>
            <a:ext cx="3428841" cy="32004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dirty="0"/>
              <a:t>Click to add heading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9441" y="1905000"/>
            <a:ext cx="3429000" cy="4191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Text Placeholder 2"/>
          <p:cNvSpPr>
            <a:spLocks noGrp="1"/>
          </p:cNvSpPr>
          <p:nvPr>
            <p:ph type="body" idx="17" hasCustomPrompt="1"/>
          </p:nvPr>
        </p:nvSpPr>
        <p:spPr>
          <a:xfrm>
            <a:off x="4381659" y="1523999"/>
            <a:ext cx="3428841" cy="32004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add heading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4381500" y="1905000"/>
            <a:ext cx="3429000" cy="4191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Text Placeholder 2"/>
          <p:cNvSpPr>
            <a:spLocks noGrp="1"/>
          </p:cNvSpPr>
          <p:nvPr>
            <p:ph type="body" idx="18" hasCustomPrompt="1"/>
          </p:nvPr>
        </p:nvSpPr>
        <p:spPr>
          <a:xfrm>
            <a:off x="8153559" y="1523999"/>
            <a:ext cx="3428841" cy="32004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add heading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8150384" y="1905000"/>
            <a:ext cx="3429000" cy="4191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DE5AF-321A-457F-A608-80FBE08733D7}" type="datetime4">
              <a:rPr lang="en-US" smtClean="0"/>
              <a:t>August 21, 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| Confidential | Internal Use Only 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6F8AB-BCEA-4347-8BA6-BE776009BC8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1485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, Subtitle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441" y="521208"/>
            <a:ext cx="10969943" cy="411480"/>
          </a:xfrm>
        </p:spPr>
        <p:txBody>
          <a:bodyPr/>
          <a:lstStyle>
            <a:lvl1pPr>
              <a:defRPr/>
            </a:lvl1pPr>
          </a:lstStyle>
          <a:p>
            <a:r>
              <a:t>Click to add one-line title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9440" y="934240"/>
            <a:ext cx="10969943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400" baseline="0"/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t>Click to add one-line subtitle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1523999"/>
            <a:ext cx="3428841" cy="32004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add heading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9441" y="1905000"/>
            <a:ext cx="3429000" cy="4191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Text Placeholder 2"/>
          <p:cNvSpPr>
            <a:spLocks noGrp="1"/>
          </p:cNvSpPr>
          <p:nvPr>
            <p:ph type="body" idx="17" hasCustomPrompt="1"/>
          </p:nvPr>
        </p:nvSpPr>
        <p:spPr>
          <a:xfrm>
            <a:off x="4381659" y="1523999"/>
            <a:ext cx="3428841" cy="32004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add heading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4381500" y="1905000"/>
            <a:ext cx="3429000" cy="4191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Text Placeholder 2"/>
          <p:cNvSpPr>
            <a:spLocks noGrp="1"/>
          </p:cNvSpPr>
          <p:nvPr>
            <p:ph type="body" idx="18" hasCustomPrompt="1"/>
          </p:nvPr>
        </p:nvSpPr>
        <p:spPr>
          <a:xfrm>
            <a:off x="8153559" y="1523999"/>
            <a:ext cx="3428841" cy="32004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dirty="0"/>
              <a:t>Click to add heading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8150384" y="1905000"/>
            <a:ext cx="3429000" cy="4191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E40BD-D00A-4117-B47F-4C35630AD5BC}" type="datetime4">
              <a:rPr lang="en-US" smtClean="0"/>
              <a:t>August 21, 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| Confidential | Internal Use Only 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6F8AB-BCEA-4347-8BA6-BE776009BC8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2634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7848600" cy="45720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ltGray">
          <a:xfrm>
            <a:off x="8610600" y="1524000"/>
            <a:ext cx="2968784" cy="4572000"/>
          </a:xfrm>
          <a:solidFill>
            <a:schemeClr val="accent5"/>
          </a:solidFill>
        </p:spPr>
        <p:txBody>
          <a:bodyPr lIns="91440" tIns="91440" rIns="91440" bIns="91440">
            <a:noAutofit/>
          </a:bodyPr>
          <a:lstStyle>
            <a:lvl1pPr marL="0" indent="0">
              <a:spcBef>
                <a:spcPts val="9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93285-0125-4EAD-BF76-1005CE54CAE9}" type="datetime4">
              <a:rPr lang="en-US" smtClean="0"/>
              <a:t>August 21, 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| Confidential | Internal Use Only 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6F8AB-BCEA-4347-8BA6-BE776009BC8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2299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ltGray">
          <a:xfrm>
            <a:off x="609440" y="1524000"/>
            <a:ext cx="6705760" cy="4572000"/>
          </a:xfrm>
        </p:spPr>
        <p:txBody>
          <a:bodyPr lIns="0" tIns="457200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7467600" y="1524000"/>
            <a:ext cx="4111784" cy="4572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3B2ED-7A0E-4C69-896C-C3138BD2C963}" type="datetime4">
              <a:rPr lang="en-US" smtClean="0"/>
              <a:t>August 21, 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| Confidential | Internal Use Only 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6F8AB-BCEA-4347-8BA6-BE776009BC8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9856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ltGray">
          <a:xfrm>
            <a:off x="609440" y="1524000"/>
            <a:ext cx="6705760" cy="4572000"/>
          </a:xfrm>
        </p:spPr>
        <p:txBody>
          <a:bodyPr lIns="0" tIns="457200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ltGray">
          <a:xfrm>
            <a:off x="7467601" y="1524000"/>
            <a:ext cx="4111784" cy="4572000"/>
          </a:xfrm>
          <a:solidFill>
            <a:srgbClr val="425563"/>
          </a:solidFill>
        </p:spPr>
        <p:txBody>
          <a:bodyPr lIns="91440" tIns="91440" rIns="91440" bIns="91440">
            <a:noAutofit/>
          </a:bodyPr>
          <a:lstStyle>
            <a:lvl1pPr marL="0" indent="0">
              <a:spcBef>
                <a:spcPts val="9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AE39-AB37-455B-B24A-AEB729461A5B}" type="datetime4">
              <a:rPr lang="en-US" smtClean="0"/>
              <a:t>August 21, 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| Confidential | Internal Use Only 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6F8AB-BCEA-4347-8BA6-BE776009BC8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1410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Righ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519236"/>
            <a:ext cx="5257800" cy="852364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1" y="2819400"/>
            <a:ext cx="3657600" cy="1981200"/>
          </a:xfrm>
          <a:noFill/>
        </p:spPr>
        <p:txBody>
          <a:bodyPr lIns="0" tIns="0" rIns="0" bIns="0">
            <a:noAutofit/>
          </a:bodyPr>
          <a:lstStyle>
            <a:lvl1pPr marL="0" indent="0">
              <a:spcBef>
                <a:spcPts val="9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ltGray">
          <a:xfrm>
            <a:off x="6095999" y="519236"/>
            <a:ext cx="5486399" cy="5576764"/>
          </a:xfrm>
        </p:spPr>
        <p:txBody>
          <a:bodyPr lIns="0" tIns="457200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CE275-2ADB-4956-8B2A-9A6F2A8C468F}" type="datetime4">
              <a:rPr lang="en-US" smtClean="0"/>
              <a:t>August 21, 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| Confidential | Internal Use Only 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6F8AB-BCEA-4347-8BA6-BE776009BC8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7185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609441" y="519236"/>
            <a:ext cx="10969943" cy="8523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ltGray">
          <a:xfrm>
            <a:off x="608013" y="1524000"/>
            <a:ext cx="5312664" cy="3352800"/>
          </a:xfrm>
        </p:spPr>
        <p:txBody>
          <a:bodyPr lIns="0" tIns="457200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ltGray">
          <a:xfrm>
            <a:off x="609440" y="4953000"/>
            <a:ext cx="5312664" cy="1143000"/>
          </a:xfrm>
          <a:solidFill>
            <a:schemeClr val="accent4"/>
          </a:solidFill>
        </p:spPr>
        <p:txBody>
          <a:bodyPr lIns="91440" tIns="91440" rIns="91440" bIns="91440">
            <a:noAutofit/>
          </a:bodyPr>
          <a:lstStyle>
            <a:lvl1pPr marL="0" indent="0">
              <a:spcBef>
                <a:spcPts val="9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13"/>
          </p:nvPr>
        </p:nvSpPr>
        <p:spPr bwMode="ltGray">
          <a:xfrm>
            <a:off x="6266720" y="1524000"/>
            <a:ext cx="5312664" cy="3352800"/>
          </a:xfrm>
        </p:spPr>
        <p:txBody>
          <a:bodyPr lIns="0" tIns="457200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14"/>
          </p:nvPr>
        </p:nvSpPr>
        <p:spPr bwMode="ltGray">
          <a:xfrm>
            <a:off x="6266720" y="4953000"/>
            <a:ext cx="5312664" cy="1143000"/>
          </a:xfrm>
          <a:solidFill>
            <a:schemeClr val="accent4"/>
          </a:solidFill>
        </p:spPr>
        <p:txBody>
          <a:bodyPr lIns="91440" tIns="91440" rIns="91440" bIns="91440">
            <a:noAutofit/>
          </a:bodyPr>
          <a:lstStyle>
            <a:lvl1pPr marL="0" indent="0">
              <a:spcBef>
                <a:spcPts val="9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E6DE7-F10B-46C5-AF7F-96F588A12604}" type="datetime4">
              <a:rPr lang="en-US" smtClean="0"/>
              <a:t>August 21, 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| Confidential | Internal Use Only 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6F8AB-BCEA-4347-8BA6-BE776009BC8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1898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ltGray">
          <a:xfrm>
            <a:off x="608013" y="1524000"/>
            <a:ext cx="3429000" cy="2667000"/>
          </a:xfrm>
        </p:spPr>
        <p:txBody>
          <a:bodyPr lIns="0" tIns="457200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ltGray">
          <a:xfrm>
            <a:off x="609440" y="4267200"/>
            <a:ext cx="3429000" cy="1828800"/>
          </a:xfrm>
          <a:solidFill>
            <a:srgbClr val="425563"/>
          </a:solidFill>
        </p:spPr>
        <p:txBody>
          <a:bodyPr lIns="91440" tIns="91440" rIns="91440" bIns="91440">
            <a:noAutofit/>
          </a:bodyPr>
          <a:lstStyle>
            <a:lvl1pPr marL="0" indent="0">
              <a:spcBef>
                <a:spcPts val="9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13"/>
          </p:nvPr>
        </p:nvSpPr>
        <p:spPr bwMode="ltGray">
          <a:xfrm>
            <a:off x="4381500" y="1524000"/>
            <a:ext cx="3429000" cy="2667000"/>
          </a:xfrm>
        </p:spPr>
        <p:txBody>
          <a:bodyPr lIns="0" tIns="457200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14"/>
          </p:nvPr>
        </p:nvSpPr>
        <p:spPr bwMode="ltGray">
          <a:xfrm>
            <a:off x="4381500" y="4267200"/>
            <a:ext cx="3429000" cy="1828800"/>
          </a:xfrm>
          <a:solidFill>
            <a:srgbClr val="425563"/>
          </a:solidFill>
        </p:spPr>
        <p:txBody>
          <a:bodyPr lIns="91440" tIns="91440" rIns="91440" bIns="91440">
            <a:noAutofit/>
          </a:bodyPr>
          <a:lstStyle>
            <a:lvl1pPr marL="0" indent="0">
              <a:spcBef>
                <a:spcPts val="9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15"/>
          </p:nvPr>
        </p:nvSpPr>
        <p:spPr bwMode="ltGray">
          <a:xfrm>
            <a:off x="8150384" y="1524000"/>
            <a:ext cx="3429000" cy="2667000"/>
          </a:xfrm>
        </p:spPr>
        <p:txBody>
          <a:bodyPr lIns="0" tIns="457200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6"/>
          </p:nvPr>
        </p:nvSpPr>
        <p:spPr bwMode="ltGray">
          <a:xfrm>
            <a:off x="8150384" y="4267200"/>
            <a:ext cx="3429000" cy="1828800"/>
          </a:xfrm>
          <a:solidFill>
            <a:srgbClr val="425563"/>
          </a:solidFill>
        </p:spPr>
        <p:txBody>
          <a:bodyPr lIns="91440" tIns="91440" rIns="91440" bIns="91440">
            <a:noAutofit/>
          </a:bodyPr>
          <a:lstStyle>
            <a:lvl1pPr marL="0" indent="0">
              <a:spcBef>
                <a:spcPts val="9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06769-C66B-42D7-90FF-D002BAB248E2}" type="datetime4">
              <a:rPr lang="en-US" smtClean="0"/>
              <a:t>August 21, 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| Confidential | Internal Use Only 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6F8AB-BCEA-4347-8BA6-BE776009BC8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1589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2667000"/>
            <a:ext cx="9141619" cy="2286000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8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8013" y="5015893"/>
            <a:ext cx="9141619" cy="1080107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3200"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06423" y="456997"/>
            <a:ext cx="3027151" cy="1219403"/>
            <a:chOff x="3578225" y="1146175"/>
            <a:chExt cx="5038725" cy="2111375"/>
          </a:xfrm>
        </p:grpSpPr>
        <p:sp>
          <p:nvSpPr>
            <p:cNvPr id="7" name="Freeform 5"/>
            <p:cNvSpPr>
              <a:spLocks noEditPoints="1"/>
            </p:cNvSpPr>
            <p:nvPr/>
          </p:nvSpPr>
          <p:spPr bwMode="auto">
            <a:xfrm>
              <a:off x="3578225" y="1146175"/>
              <a:ext cx="1725613" cy="498475"/>
            </a:xfrm>
            <a:custGeom>
              <a:avLst/>
              <a:gdLst>
                <a:gd name="T0" fmla="*/ 0 w 1087"/>
                <a:gd name="T1" fmla="*/ 0 h 314"/>
                <a:gd name="T2" fmla="*/ 0 w 1087"/>
                <a:gd name="T3" fmla="*/ 314 h 314"/>
                <a:gd name="T4" fmla="*/ 0 w 1087"/>
                <a:gd name="T5" fmla="*/ 314 h 314"/>
                <a:gd name="T6" fmla="*/ 1087 w 1087"/>
                <a:gd name="T7" fmla="*/ 314 h 314"/>
                <a:gd name="T8" fmla="*/ 1087 w 1087"/>
                <a:gd name="T9" fmla="*/ 0 h 314"/>
                <a:gd name="T10" fmla="*/ 0 w 1087"/>
                <a:gd name="T11" fmla="*/ 0 h 314"/>
                <a:gd name="T12" fmla="*/ 1018 w 1087"/>
                <a:gd name="T13" fmla="*/ 245 h 314"/>
                <a:gd name="T14" fmla="*/ 69 w 1087"/>
                <a:gd name="T15" fmla="*/ 245 h 314"/>
                <a:gd name="T16" fmla="*/ 69 w 1087"/>
                <a:gd name="T17" fmla="*/ 69 h 314"/>
                <a:gd name="T18" fmla="*/ 1018 w 1087"/>
                <a:gd name="T19" fmla="*/ 69 h 314"/>
                <a:gd name="T20" fmla="*/ 1018 w 1087"/>
                <a:gd name="T21" fmla="*/ 245 h 314"/>
                <a:gd name="T22" fmla="*/ 1018 w 1087"/>
                <a:gd name="T23" fmla="*/ 245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87" h="314">
                  <a:moveTo>
                    <a:pt x="0" y="0"/>
                  </a:moveTo>
                  <a:lnTo>
                    <a:pt x="0" y="314"/>
                  </a:lnTo>
                  <a:lnTo>
                    <a:pt x="0" y="314"/>
                  </a:lnTo>
                  <a:lnTo>
                    <a:pt x="1087" y="314"/>
                  </a:lnTo>
                  <a:lnTo>
                    <a:pt x="1087" y="0"/>
                  </a:lnTo>
                  <a:lnTo>
                    <a:pt x="0" y="0"/>
                  </a:lnTo>
                  <a:close/>
                  <a:moveTo>
                    <a:pt x="1018" y="245"/>
                  </a:moveTo>
                  <a:lnTo>
                    <a:pt x="69" y="245"/>
                  </a:lnTo>
                  <a:lnTo>
                    <a:pt x="69" y="69"/>
                  </a:lnTo>
                  <a:lnTo>
                    <a:pt x="1018" y="69"/>
                  </a:lnTo>
                  <a:lnTo>
                    <a:pt x="1018" y="245"/>
                  </a:lnTo>
                  <a:lnTo>
                    <a:pt x="1018" y="245"/>
                  </a:lnTo>
                  <a:close/>
                </a:path>
              </a:pathLst>
            </a:custGeom>
            <a:solidFill>
              <a:srgbClr val="00B3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3578225" y="1968500"/>
              <a:ext cx="5038725" cy="1289050"/>
            </a:xfrm>
            <a:custGeom>
              <a:avLst/>
              <a:gdLst>
                <a:gd name="T0" fmla="*/ 80 w 1341"/>
                <a:gd name="T1" fmla="*/ 52 h 342"/>
                <a:gd name="T2" fmla="*/ 29 w 1341"/>
                <a:gd name="T3" fmla="*/ 77 h 342"/>
                <a:gd name="T4" fmla="*/ 212 w 1341"/>
                <a:gd name="T5" fmla="*/ 93 h 342"/>
                <a:gd name="T6" fmla="*/ 174 w 1341"/>
                <a:gd name="T7" fmla="*/ 134 h 342"/>
                <a:gd name="T8" fmla="*/ 272 w 1341"/>
                <a:gd name="T9" fmla="*/ 132 h 342"/>
                <a:gd name="T10" fmla="*/ 276 w 1341"/>
                <a:gd name="T11" fmla="*/ 38 h 342"/>
                <a:gd name="T12" fmla="*/ 327 w 1341"/>
                <a:gd name="T13" fmla="*/ 132 h 342"/>
                <a:gd name="T14" fmla="*/ 398 w 1341"/>
                <a:gd name="T15" fmla="*/ 0 h 342"/>
                <a:gd name="T16" fmla="*/ 402 w 1341"/>
                <a:gd name="T17" fmla="*/ 134 h 342"/>
                <a:gd name="T18" fmla="*/ 448 w 1341"/>
                <a:gd name="T19" fmla="*/ 93 h 342"/>
                <a:gd name="T20" fmla="*/ 448 w 1341"/>
                <a:gd name="T21" fmla="*/ 74 h 342"/>
                <a:gd name="T22" fmla="*/ 642 w 1341"/>
                <a:gd name="T23" fmla="*/ 60 h 342"/>
                <a:gd name="T24" fmla="*/ 642 w 1341"/>
                <a:gd name="T25" fmla="*/ 131 h 342"/>
                <a:gd name="T26" fmla="*/ 570 w 1341"/>
                <a:gd name="T27" fmla="*/ 111 h 342"/>
                <a:gd name="T28" fmla="*/ 530 w 1341"/>
                <a:gd name="T29" fmla="*/ 60 h 342"/>
                <a:gd name="T30" fmla="*/ 558 w 1341"/>
                <a:gd name="T31" fmla="*/ 38 h 342"/>
                <a:gd name="T32" fmla="*/ 738 w 1341"/>
                <a:gd name="T33" fmla="*/ 89 h 342"/>
                <a:gd name="T34" fmla="*/ 787 w 1341"/>
                <a:gd name="T35" fmla="*/ 45 h 342"/>
                <a:gd name="T36" fmla="*/ 736 w 1341"/>
                <a:gd name="T37" fmla="*/ 65 h 342"/>
                <a:gd name="T38" fmla="*/ 848 w 1341"/>
                <a:gd name="T39" fmla="*/ 73 h 342"/>
                <a:gd name="T40" fmla="*/ 876 w 1341"/>
                <a:gd name="T41" fmla="*/ 73 h 342"/>
                <a:gd name="T42" fmla="*/ 833 w 1341"/>
                <a:gd name="T43" fmla="*/ 91 h 342"/>
                <a:gd name="T44" fmla="*/ 965 w 1341"/>
                <a:gd name="T45" fmla="*/ 43 h 342"/>
                <a:gd name="T46" fmla="*/ 964 w 1341"/>
                <a:gd name="T47" fmla="*/ 103 h 342"/>
                <a:gd name="T48" fmla="*/ 1010 w 1341"/>
                <a:gd name="T49" fmla="*/ 132 h 342"/>
                <a:gd name="T50" fmla="*/ 1070 w 1341"/>
                <a:gd name="T51" fmla="*/ 38 h 342"/>
                <a:gd name="T52" fmla="*/ 1010 w 1341"/>
                <a:gd name="T53" fmla="*/ 89 h 342"/>
                <a:gd name="T54" fmla="*/ 1133 w 1341"/>
                <a:gd name="T55" fmla="*/ 73 h 342"/>
                <a:gd name="T56" fmla="*/ 1160 w 1341"/>
                <a:gd name="T57" fmla="*/ 73 h 342"/>
                <a:gd name="T58" fmla="*/ 1117 w 1341"/>
                <a:gd name="T59" fmla="*/ 91 h 342"/>
                <a:gd name="T60" fmla="*/ 1239 w 1341"/>
                <a:gd name="T61" fmla="*/ 39 h 342"/>
                <a:gd name="T62" fmla="*/ 1180 w 1341"/>
                <a:gd name="T63" fmla="*/ 132 h 342"/>
                <a:gd name="T64" fmla="*/ 1246 w 1341"/>
                <a:gd name="T65" fmla="*/ 85 h 342"/>
                <a:gd name="T66" fmla="*/ 1314 w 1341"/>
                <a:gd name="T67" fmla="*/ 132 h 342"/>
                <a:gd name="T68" fmla="*/ 1295 w 1341"/>
                <a:gd name="T69" fmla="*/ 110 h 342"/>
                <a:gd name="T70" fmla="*/ 18 w 1341"/>
                <a:gd name="T71" fmla="*/ 231 h 342"/>
                <a:gd name="T72" fmla="*/ 81 w 1341"/>
                <a:gd name="T73" fmla="*/ 307 h 342"/>
                <a:gd name="T74" fmla="*/ 164 w 1341"/>
                <a:gd name="T75" fmla="*/ 307 h 342"/>
                <a:gd name="T76" fmla="*/ 103 w 1341"/>
                <a:gd name="T77" fmla="*/ 214 h 342"/>
                <a:gd name="T78" fmla="*/ 252 w 1341"/>
                <a:gd name="T79" fmla="*/ 229 h 342"/>
                <a:gd name="T80" fmla="*/ 252 w 1341"/>
                <a:gd name="T81" fmla="*/ 307 h 342"/>
                <a:gd name="T82" fmla="*/ 211 w 1341"/>
                <a:gd name="T83" fmla="*/ 214 h 342"/>
                <a:gd name="T84" fmla="*/ 305 w 1341"/>
                <a:gd name="T85" fmla="*/ 212 h 342"/>
                <a:gd name="T86" fmla="*/ 338 w 1341"/>
                <a:gd name="T87" fmla="*/ 285 h 342"/>
                <a:gd name="T88" fmla="*/ 281 w 1341"/>
                <a:gd name="T89" fmla="*/ 251 h 342"/>
                <a:gd name="T90" fmla="*/ 403 w 1341"/>
                <a:gd name="T91" fmla="*/ 229 h 342"/>
                <a:gd name="T92" fmla="*/ 382 w 1341"/>
                <a:gd name="T93" fmla="*/ 228 h 342"/>
                <a:gd name="T94" fmla="*/ 430 w 1341"/>
                <a:gd name="T95" fmla="*/ 342 h 342"/>
                <a:gd name="T96" fmla="*/ 498 w 1341"/>
                <a:gd name="T97" fmla="*/ 260 h 342"/>
                <a:gd name="T98" fmla="*/ 577 w 1341"/>
                <a:gd name="T99" fmla="*/ 212 h 342"/>
                <a:gd name="T100" fmla="*/ 554 w 1341"/>
                <a:gd name="T101" fmla="*/ 307 h 342"/>
                <a:gd name="T102" fmla="*/ 623 w 1341"/>
                <a:gd name="T103" fmla="*/ 187 h 342"/>
                <a:gd name="T104" fmla="*/ 621 w 1341"/>
                <a:gd name="T105" fmla="*/ 307 h 342"/>
                <a:gd name="T106" fmla="*/ 644 w 1341"/>
                <a:gd name="T107" fmla="*/ 300 h 342"/>
                <a:gd name="T108" fmla="*/ 644 w 1341"/>
                <a:gd name="T109" fmla="*/ 240 h 342"/>
                <a:gd name="T110" fmla="*/ 661 w 1341"/>
                <a:gd name="T111" fmla="*/ 238 h 342"/>
                <a:gd name="T112" fmla="*/ 807 w 1341"/>
                <a:gd name="T113" fmla="*/ 266 h 342"/>
                <a:gd name="T114" fmla="*/ 772 w 1341"/>
                <a:gd name="T115" fmla="*/ 309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341" h="342">
                  <a:moveTo>
                    <a:pt x="29" y="132"/>
                  </a:moveTo>
                  <a:cubicBezTo>
                    <a:pt x="0" y="132"/>
                    <a:pt x="0" y="132"/>
                    <a:pt x="0" y="13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80" y="52"/>
                    <a:pt x="80" y="52"/>
                    <a:pt x="80" y="52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09" y="132"/>
                    <a:pt x="109" y="132"/>
                    <a:pt x="109" y="132"/>
                  </a:cubicBezTo>
                  <a:cubicBezTo>
                    <a:pt x="80" y="132"/>
                    <a:pt x="80" y="132"/>
                    <a:pt x="80" y="132"/>
                  </a:cubicBezTo>
                  <a:cubicBezTo>
                    <a:pt x="80" y="77"/>
                    <a:pt x="80" y="77"/>
                    <a:pt x="80" y="77"/>
                  </a:cubicBezTo>
                  <a:cubicBezTo>
                    <a:pt x="29" y="77"/>
                    <a:pt x="29" y="77"/>
                    <a:pt x="29" y="77"/>
                  </a:cubicBezTo>
                  <a:lnTo>
                    <a:pt x="29" y="132"/>
                  </a:lnTo>
                  <a:close/>
                  <a:moveTo>
                    <a:pt x="174" y="134"/>
                  </a:moveTo>
                  <a:cubicBezTo>
                    <a:pt x="145" y="134"/>
                    <a:pt x="125" y="116"/>
                    <a:pt x="125" y="85"/>
                  </a:cubicBezTo>
                  <a:cubicBezTo>
                    <a:pt x="125" y="56"/>
                    <a:pt x="144" y="36"/>
                    <a:pt x="170" y="36"/>
                  </a:cubicBezTo>
                  <a:cubicBezTo>
                    <a:pt x="198" y="36"/>
                    <a:pt x="212" y="55"/>
                    <a:pt x="212" y="83"/>
                  </a:cubicBezTo>
                  <a:cubicBezTo>
                    <a:pt x="212" y="93"/>
                    <a:pt x="212" y="93"/>
                    <a:pt x="212" y="93"/>
                  </a:cubicBezTo>
                  <a:cubicBezTo>
                    <a:pt x="152" y="93"/>
                    <a:pt x="152" y="93"/>
                    <a:pt x="152" y="93"/>
                  </a:cubicBezTo>
                  <a:cubicBezTo>
                    <a:pt x="155" y="108"/>
                    <a:pt x="167" y="112"/>
                    <a:pt x="178" y="112"/>
                  </a:cubicBezTo>
                  <a:cubicBezTo>
                    <a:pt x="188" y="112"/>
                    <a:pt x="195" y="110"/>
                    <a:pt x="204" y="104"/>
                  </a:cubicBezTo>
                  <a:cubicBezTo>
                    <a:pt x="205" y="104"/>
                    <a:pt x="205" y="104"/>
                    <a:pt x="205" y="104"/>
                  </a:cubicBezTo>
                  <a:cubicBezTo>
                    <a:pt x="205" y="126"/>
                    <a:pt x="205" y="126"/>
                    <a:pt x="205" y="126"/>
                  </a:cubicBezTo>
                  <a:cubicBezTo>
                    <a:pt x="198" y="131"/>
                    <a:pt x="187" y="134"/>
                    <a:pt x="174" y="134"/>
                  </a:cubicBezTo>
                  <a:close/>
                  <a:moveTo>
                    <a:pt x="152" y="74"/>
                  </a:moveTo>
                  <a:cubicBezTo>
                    <a:pt x="186" y="74"/>
                    <a:pt x="186" y="74"/>
                    <a:pt x="186" y="74"/>
                  </a:cubicBezTo>
                  <a:cubicBezTo>
                    <a:pt x="186" y="64"/>
                    <a:pt x="182" y="58"/>
                    <a:pt x="170" y="58"/>
                  </a:cubicBezTo>
                  <a:cubicBezTo>
                    <a:pt x="162" y="58"/>
                    <a:pt x="155" y="61"/>
                    <a:pt x="152" y="74"/>
                  </a:cubicBezTo>
                  <a:close/>
                  <a:moveTo>
                    <a:pt x="287" y="77"/>
                  </a:moveTo>
                  <a:cubicBezTo>
                    <a:pt x="272" y="132"/>
                    <a:pt x="272" y="132"/>
                    <a:pt x="272" y="132"/>
                  </a:cubicBezTo>
                  <a:cubicBezTo>
                    <a:pt x="247" y="132"/>
                    <a:pt x="247" y="132"/>
                    <a:pt x="247" y="132"/>
                  </a:cubicBezTo>
                  <a:cubicBezTo>
                    <a:pt x="218" y="39"/>
                    <a:pt x="218" y="39"/>
                    <a:pt x="218" y="39"/>
                  </a:cubicBezTo>
                  <a:cubicBezTo>
                    <a:pt x="218" y="38"/>
                    <a:pt x="218" y="38"/>
                    <a:pt x="218" y="38"/>
                  </a:cubicBezTo>
                  <a:cubicBezTo>
                    <a:pt x="246" y="38"/>
                    <a:pt x="246" y="38"/>
                    <a:pt x="246" y="38"/>
                  </a:cubicBezTo>
                  <a:cubicBezTo>
                    <a:pt x="261" y="93"/>
                    <a:pt x="261" y="93"/>
                    <a:pt x="261" y="93"/>
                  </a:cubicBezTo>
                  <a:cubicBezTo>
                    <a:pt x="276" y="38"/>
                    <a:pt x="276" y="38"/>
                    <a:pt x="276" y="38"/>
                  </a:cubicBezTo>
                  <a:cubicBezTo>
                    <a:pt x="298" y="38"/>
                    <a:pt x="298" y="38"/>
                    <a:pt x="298" y="38"/>
                  </a:cubicBezTo>
                  <a:cubicBezTo>
                    <a:pt x="313" y="93"/>
                    <a:pt x="313" y="93"/>
                    <a:pt x="313" y="93"/>
                  </a:cubicBezTo>
                  <a:cubicBezTo>
                    <a:pt x="329" y="38"/>
                    <a:pt x="329" y="38"/>
                    <a:pt x="329" y="38"/>
                  </a:cubicBezTo>
                  <a:cubicBezTo>
                    <a:pt x="355" y="38"/>
                    <a:pt x="355" y="38"/>
                    <a:pt x="355" y="38"/>
                  </a:cubicBezTo>
                  <a:cubicBezTo>
                    <a:pt x="355" y="39"/>
                    <a:pt x="355" y="39"/>
                    <a:pt x="355" y="39"/>
                  </a:cubicBezTo>
                  <a:cubicBezTo>
                    <a:pt x="327" y="132"/>
                    <a:pt x="327" y="132"/>
                    <a:pt x="327" y="132"/>
                  </a:cubicBezTo>
                  <a:cubicBezTo>
                    <a:pt x="302" y="132"/>
                    <a:pt x="302" y="132"/>
                    <a:pt x="302" y="132"/>
                  </a:cubicBezTo>
                  <a:lnTo>
                    <a:pt x="287" y="77"/>
                  </a:lnTo>
                  <a:close/>
                  <a:moveTo>
                    <a:pt x="402" y="134"/>
                  </a:moveTo>
                  <a:cubicBezTo>
                    <a:pt x="379" y="134"/>
                    <a:pt x="370" y="125"/>
                    <a:pt x="370" y="104"/>
                  </a:cubicBezTo>
                  <a:cubicBezTo>
                    <a:pt x="370" y="0"/>
                    <a:pt x="370" y="0"/>
                    <a:pt x="370" y="0"/>
                  </a:cubicBezTo>
                  <a:cubicBezTo>
                    <a:pt x="398" y="0"/>
                    <a:pt x="398" y="0"/>
                    <a:pt x="398" y="0"/>
                  </a:cubicBezTo>
                  <a:cubicBezTo>
                    <a:pt x="398" y="102"/>
                    <a:pt x="398" y="102"/>
                    <a:pt x="398" y="102"/>
                  </a:cubicBezTo>
                  <a:cubicBezTo>
                    <a:pt x="398" y="108"/>
                    <a:pt x="400" y="111"/>
                    <a:pt x="406" y="111"/>
                  </a:cubicBezTo>
                  <a:cubicBezTo>
                    <a:pt x="408" y="111"/>
                    <a:pt x="410" y="110"/>
                    <a:pt x="412" y="109"/>
                  </a:cubicBezTo>
                  <a:cubicBezTo>
                    <a:pt x="413" y="109"/>
                    <a:pt x="413" y="109"/>
                    <a:pt x="413" y="109"/>
                  </a:cubicBezTo>
                  <a:cubicBezTo>
                    <a:pt x="413" y="132"/>
                    <a:pt x="413" y="132"/>
                    <a:pt x="413" y="132"/>
                  </a:cubicBezTo>
                  <a:cubicBezTo>
                    <a:pt x="410" y="133"/>
                    <a:pt x="406" y="134"/>
                    <a:pt x="402" y="134"/>
                  </a:cubicBezTo>
                  <a:close/>
                  <a:moveTo>
                    <a:pt x="469" y="134"/>
                  </a:moveTo>
                  <a:cubicBezTo>
                    <a:pt x="440" y="134"/>
                    <a:pt x="420" y="116"/>
                    <a:pt x="420" y="85"/>
                  </a:cubicBezTo>
                  <a:cubicBezTo>
                    <a:pt x="420" y="56"/>
                    <a:pt x="440" y="36"/>
                    <a:pt x="465" y="36"/>
                  </a:cubicBezTo>
                  <a:cubicBezTo>
                    <a:pt x="494" y="36"/>
                    <a:pt x="507" y="55"/>
                    <a:pt x="507" y="83"/>
                  </a:cubicBezTo>
                  <a:cubicBezTo>
                    <a:pt x="507" y="93"/>
                    <a:pt x="507" y="93"/>
                    <a:pt x="507" y="93"/>
                  </a:cubicBezTo>
                  <a:cubicBezTo>
                    <a:pt x="448" y="93"/>
                    <a:pt x="448" y="93"/>
                    <a:pt x="448" y="93"/>
                  </a:cubicBezTo>
                  <a:cubicBezTo>
                    <a:pt x="451" y="108"/>
                    <a:pt x="462" y="112"/>
                    <a:pt x="474" y="112"/>
                  </a:cubicBezTo>
                  <a:cubicBezTo>
                    <a:pt x="484" y="112"/>
                    <a:pt x="491" y="110"/>
                    <a:pt x="500" y="104"/>
                  </a:cubicBezTo>
                  <a:cubicBezTo>
                    <a:pt x="501" y="104"/>
                    <a:pt x="501" y="104"/>
                    <a:pt x="501" y="104"/>
                  </a:cubicBezTo>
                  <a:cubicBezTo>
                    <a:pt x="501" y="126"/>
                    <a:pt x="501" y="126"/>
                    <a:pt x="501" y="126"/>
                  </a:cubicBezTo>
                  <a:cubicBezTo>
                    <a:pt x="493" y="131"/>
                    <a:pt x="482" y="134"/>
                    <a:pt x="469" y="134"/>
                  </a:cubicBezTo>
                  <a:close/>
                  <a:moveTo>
                    <a:pt x="448" y="74"/>
                  </a:moveTo>
                  <a:cubicBezTo>
                    <a:pt x="482" y="74"/>
                    <a:pt x="482" y="74"/>
                    <a:pt x="482" y="74"/>
                  </a:cubicBezTo>
                  <a:cubicBezTo>
                    <a:pt x="481" y="64"/>
                    <a:pt x="477" y="58"/>
                    <a:pt x="466" y="58"/>
                  </a:cubicBezTo>
                  <a:cubicBezTo>
                    <a:pt x="457" y="58"/>
                    <a:pt x="450" y="61"/>
                    <a:pt x="448" y="74"/>
                  </a:cubicBezTo>
                  <a:close/>
                  <a:moveTo>
                    <a:pt x="622" y="38"/>
                  </a:moveTo>
                  <a:cubicBezTo>
                    <a:pt x="642" y="38"/>
                    <a:pt x="642" y="38"/>
                    <a:pt x="642" y="38"/>
                  </a:cubicBezTo>
                  <a:cubicBezTo>
                    <a:pt x="642" y="60"/>
                    <a:pt x="642" y="60"/>
                    <a:pt x="642" y="60"/>
                  </a:cubicBezTo>
                  <a:cubicBezTo>
                    <a:pt x="622" y="60"/>
                    <a:pt x="622" y="60"/>
                    <a:pt x="622" y="60"/>
                  </a:cubicBezTo>
                  <a:cubicBezTo>
                    <a:pt x="622" y="99"/>
                    <a:pt x="622" y="99"/>
                    <a:pt x="622" y="99"/>
                  </a:cubicBezTo>
                  <a:cubicBezTo>
                    <a:pt x="622" y="107"/>
                    <a:pt x="625" y="111"/>
                    <a:pt x="633" y="111"/>
                  </a:cubicBezTo>
                  <a:cubicBezTo>
                    <a:pt x="636" y="111"/>
                    <a:pt x="639" y="110"/>
                    <a:pt x="642" y="109"/>
                  </a:cubicBezTo>
                  <a:cubicBezTo>
                    <a:pt x="642" y="109"/>
                    <a:pt x="642" y="109"/>
                    <a:pt x="642" y="109"/>
                  </a:cubicBezTo>
                  <a:cubicBezTo>
                    <a:pt x="642" y="131"/>
                    <a:pt x="642" y="131"/>
                    <a:pt x="642" y="131"/>
                  </a:cubicBezTo>
                  <a:cubicBezTo>
                    <a:pt x="639" y="132"/>
                    <a:pt x="633" y="134"/>
                    <a:pt x="625" y="134"/>
                  </a:cubicBezTo>
                  <a:cubicBezTo>
                    <a:pt x="603" y="134"/>
                    <a:pt x="594" y="124"/>
                    <a:pt x="594" y="100"/>
                  </a:cubicBezTo>
                  <a:cubicBezTo>
                    <a:pt x="594" y="60"/>
                    <a:pt x="594" y="60"/>
                    <a:pt x="594" y="60"/>
                  </a:cubicBezTo>
                  <a:cubicBezTo>
                    <a:pt x="558" y="60"/>
                    <a:pt x="558" y="60"/>
                    <a:pt x="558" y="60"/>
                  </a:cubicBezTo>
                  <a:cubicBezTo>
                    <a:pt x="558" y="99"/>
                    <a:pt x="558" y="99"/>
                    <a:pt x="558" y="99"/>
                  </a:cubicBezTo>
                  <a:cubicBezTo>
                    <a:pt x="558" y="107"/>
                    <a:pt x="561" y="111"/>
                    <a:pt x="570" y="111"/>
                  </a:cubicBezTo>
                  <a:cubicBezTo>
                    <a:pt x="572" y="111"/>
                    <a:pt x="575" y="110"/>
                    <a:pt x="578" y="109"/>
                  </a:cubicBezTo>
                  <a:cubicBezTo>
                    <a:pt x="579" y="109"/>
                    <a:pt x="579" y="109"/>
                    <a:pt x="579" y="109"/>
                  </a:cubicBezTo>
                  <a:cubicBezTo>
                    <a:pt x="579" y="131"/>
                    <a:pt x="579" y="131"/>
                    <a:pt x="579" y="131"/>
                  </a:cubicBezTo>
                  <a:cubicBezTo>
                    <a:pt x="575" y="132"/>
                    <a:pt x="570" y="134"/>
                    <a:pt x="562" y="134"/>
                  </a:cubicBezTo>
                  <a:cubicBezTo>
                    <a:pt x="539" y="134"/>
                    <a:pt x="530" y="124"/>
                    <a:pt x="530" y="100"/>
                  </a:cubicBezTo>
                  <a:cubicBezTo>
                    <a:pt x="530" y="60"/>
                    <a:pt x="530" y="60"/>
                    <a:pt x="530" y="60"/>
                  </a:cubicBezTo>
                  <a:cubicBezTo>
                    <a:pt x="516" y="60"/>
                    <a:pt x="516" y="60"/>
                    <a:pt x="516" y="60"/>
                  </a:cubicBezTo>
                  <a:cubicBezTo>
                    <a:pt x="516" y="38"/>
                    <a:pt x="516" y="38"/>
                    <a:pt x="516" y="38"/>
                  </a:cubicBezTo>
                  <a:cubicBezTo>
                    <a:pt x="530" y="38"/>
                    <a:pt x="530" y="38"/>
                    <a:pt x="530" y="38"/>
                  </a:cubicBezTo>
                  <a:cubicBezTo>
                    <a:pt x="530" y="12"/>
                    <a:pt x="530" y="12"/>
                    <a:pt x="530" y="12"/>
                  </a:cubicBezTo>
                  <a:cubicBezTo>
                    <a:pt x="558" y="12"/>
                    <a:pt x="558" y="12"/>
                    <a:pt x="558" y="12"/>
                  </a:cubicBezTo>
                  <a:cubicBezTo>
                    <a:pt x="558" y="38"/>
                    <a:pt x="558" y="38"/>
                    <a:pt x="558" y="38"/>
                  </a:cubicBezTo>
                  <a:cubicBezTo>
                    <a:pt x="594" y="38"/>
                    <a:pt x="594" y="38"/>
                    <a:pt x="594" y="38"/>
                  </a:cubicBezTo>
                  <a:cubicBezTo>
                    <a:pt x="594" y="12"/>
                    <a:pt x="594" y="12"/>
                    <a:pt x="594" y="12"/>
                  </a:cubicBezTo>
                  <a:cubicBezTo>
                    <a:pt x="622" y="12"/>
                    <a:pt x="622" y="12"/>
                    <a:pt x="622" y="12"/>
                  </a:cubicBezTo>
                  <a:cubicBezTo>
                    <a:pt x="622" y="38"/>
                    <a:pt x="622" y="38"/>
                    <a:pt x="622" y="38"/>
                  </a:cubicBezTo>
                  <a:close/>
                  <a:moveTo>
                    <a:pt x="787" y="45"/>
                  </a:moveTo>
                  <a:cubicBezTo>
                    <a:pt x="787" y="73"/>
                    <a:pt x="768" y="89"/>
                    <a:pt x="738" y="89"/>
                  </a:cubicBezTo>
                  <a:cubicBezTo>
                    <a:pt x="718" y="89"/>
                    <a:pt x="718" y="89"/>
                    <a:pt x="718" y="89"/>
                  </a:cubicBezTo>
                  <a:cubicBezTo>
                    <a:pt x="718" y="132"/>
                    <a:pt x="718" y="132"/>
                    <a:pt x="718" y="132"/>
                  </a:cubicBezTo>
                  <a:cubicBezTo>
                    <a:pt x="689" y="132"/>
                    <a:pt x="689" y="132"/>
                    <a:pt x="689" y="132"/>
                  </a:cubicBezTo>
                  <a:cubicBezTo>
                    <a:pt x="689" y="0"/>
                    <a:pt x="689" y="0"/>
                    <a:pt x="689" y="0"/>
                  </a:cubicBezTo>
                  <a:cubicBezTo>
                    <a:pt x="738" y="0"/>
                    <a:pt x="738" y="0"/>
                    <a:pt x="738" y="0"/>
                  </a:cubicBezTo>
                  <a:cubicBezTo>
                    <a:pt x="768" y="0"/>
                    <a:pt x="787" y="16"/>
                    <a:pt x="787" y="45"/>
                  </a:cubicBezTo>
                  <a:close/>
                  <a:moveTo>
                    <a:pt x="736" y="65"/>
                  </a:moveTo>
                  <a:cubicBezTo>
                    <a:pt x="751" y="65"/>
                    <a:pt x="758" y="57"/>
                    <a:pt x="758" y="45"/>
                  </a:cubicBezTo>
                  <a:cubicBezTo>
                    <a:pt x="758" y="33"/>
                    <a:pt x="751" y="24"/>
                    <a:pt x="736" y="24"/>
                  </a:cubicBezTo>
                  <a:cubicBezTo>
                    <a:pt x="718" y="24"/>
                    <a:pt x="718" y="24"/>
                    <a:pt x="718" y="24"/>
                  </a:cubicBezTo>
                  <a:cubicBezTo>
                    <a:pt x="718" y="65"/>
                    <a:pt x="718" y="65"/>
                    <a:pt x="718" y="65"/>
                  </a:cubicBezTo>
                  <a:lnTo>
                    <a:pt x="736" y="65"/>
                  </a:lnTo>
                  <a:close/>
                  <a:moveTo>
                    <a:pt x="849" y="123"/>
                  </a:moveTo>
                  <a:cubicBezTo>
                    <a:pt x="843" y="130"/>
                    <a:pt x="834" y="134"/>
                    <a:pt x="824" y="134"/>
                  </a:cubicBezTo>
                  <a:cubicBezTo>
                    <a:pt x="806" y="134"/>
                    <a:pt x="791" y="122"/>
                    <a:pt x="791" y="103"/>
                  </a:cubicBezTo>
                  <a:cubicBezTo>
                    <a:pt x="791" y="84"/>
                    <a:pt x="806" y="72"/>
                    <a:pt x="827" y="72"/>
                  </a:cubicBezTo>
                  <a:cubicBezTo>
                    <a:pt x="834" y="72"/>
                    <a:pt x="841" y="73"/>
                    <a:pt x="848" y="75"/>
                  </a:cubicBezTo>
                  <a:cubicBezTo>
                    <a:pt x="848" y="73"/>
                    <a:pt x="848" y="73"/>
                    <a:pt x="848" y="73"/>
                  </a:cubicBezTo>
                  <a:cubicBezTo>
                    <a:pt x="848" y="63"/>
                    <a:pt x="842" y="59"/>
                    <a:pt x="827" y="59"/>
                  </a:cubicBezTo>
                  <a:cubicBezTo>
                    <a:pt x="818" y="59"/>
                    <a:pt x="809" y="62"/>
                    <a:pt x="801" y="66"/>
                  </a:cubicBezTo>
                  <a:cubicBezTo>
                    <a:pt x="800" y="66"/>
                    <a:pt x="800" y="66"/>
                    <a:pt x="800" y="66"/>
                  </a:cubicBezTo>
                  <a:cubicBezTo>
                    <a:pt x="800" y="44"/>
                    <a:pt x="800" y="44"/>
                    <a:pt x="800" y="44"/>
                  </a:cubicBezTo>
                  <a:cubicBezTo>
                    <a:pt x="807" y="40"/>
                    <a:pt x="820" y="36"/>
                    <a:pt x="832" y="36"/>
                  </a:cubicBezTo>
                  <a:cubicBezTo>
                    <a:pt x="860" y="36"/>
                    <a:pt x="876" y="49"/>
                    <a:pt x="876" y="73"/>
                  </a:cubicBezTo>
                  <a:cubicBezTo>
                    <a:pt x="876" y="132"/>
                    <a:pt x="876" y="132"/>
                    <a:pt x="876" y="132"/>
                  </a:cubicBezTo>
                  <a:cubicBezTo>
                    <a:pt x="849" y="132"/>
                    <a:pt x="849" y="132"/>
                    <a:pt x="849" y="132"/>
                  </a:cubicBezTo>
                  <a:cubicBezTo>
                    <a:pt x="849" y="123"/>
                    <a:pt x="849" y="123"/>
                    <a:pt x="849" y="123"/>
                  </a:cubicBezTo>
                  <a:close/>
                  <a:moveTo>
                    <a:pt x="848" y="102"/>
                  </a:moveTo>
                  <a:cubicBezTo>
                    <a:pt x="848" y="94"/>
                    <a:pt x="848" y="94"/>
                    <a:pt x="848" y="94"/>
                  </a:cubicBezTo>
                  <a:cubicBezTo>
                    <a:pt x="844" y="92"/>
                    <a:pt x="838" y="91"/>
                    <a:pt x="833" y="91"/>
                  </a:cubicBezTo>
                  <a:cubicBezTo>
                    <a:pt x="823" y="91"/>
                    <a:pt x="818" y="95"/>
                    <a:pt x="818" y="102"/>
                  </a:cubicBezTo>
                  <a:cubicBezTo>
                    <a:pt x="818" y="110"/>
                    <a:pt x="823" y="113"/>
                    <a:pt x="832" y="113"/>
                  </a:cubicBezTo>
                  <a:cubicBezTo>
                    <a:pt x="839" y="113"/>
                    <a:pt x="845" y="109"/>
                    <a:pt x="848" y="102"/>
                  </a:cubicBezTo>
                  <a:close/>
                  <a:moveTo>
                    <a:pt x="890" y="85"/>
                  </a:moveTo>
                  <a:cubicBezTo>
                    <a:pt x="890" y="55"/>
                    <a:pt x="911" y="36"/>
                    <a:pt x="939" y="36"/>
                  </a:cubicBezTo>
                  <a:cubicBezTo>
                    <a:pt x="949" y="36"/>
                    <a:pt x="958" y="38"/>
                    <a:pt x="965" y="43"/>
                  </a:cubicBezTo>
                  <a:cubicBezTo>
                    <a:pt x="965" y="67"/>
                    <a:pt x="965" y="67"/>
                    <a:pt x="965" y="67"/>
                  </a:cubicBezTo>
                  <a:cubicBezTo>
                    <a:pt x="964" y="67"/>
                    <a:pt x="964" y="67"/>
                    <a:pt x="964" y="67"/>
                  </a:cubicBezTo>
                  <a:cubicBezTo>
                    <a:pt x="958" y="62"/>
                    <a:pt x="951" y="60"/>
                    <a:pt x="943" y="60"/>
                  </a:cubicBezTo>
                  <a:cubicBezTo>
                    <a:pt x="929" y="60"/>
                    <a:pt x="918" y="69"/>
                    <a:pt x="918" y="85"/>
                  </a:cubicBezTo>
                  <a:cubicBezTo>
                    <a:pt x="918" y="101"/>
                    <a:pt x="929" y="110"/>
                    <a:pt x="943" y="110"/>
                  </a:cubicBezTo>
                  <a:cubicBezTo>
                    <a:pt x="951" y="110"/>
                    <a:pt x="958" y="108"/>
                    <a:pt x="964" y="103"/>
                  </a:cubicBezTo>
                  <a:cubicBezTo>
                    <a:pt x="965" y="103"/>
                    <a:pt x="965" y="103"/>
                    <a:pt x="965" y="103"/>
                  </a:cubicBezTo>
                  <a:cubicBezTo>
                    <a:pt x="965" y="127"/>
                    <a:pt x="965" y="127"/>
                    <a:pt x="965" y="127"/>
                  </a:cubicBezTo>
                  <a:cubicBezTo>
                    <a:pt x="958" y="132"/>
                    <a:pt x="949" y="134"/>
                    <a:pt x="939" y="134"/>
                  </a:cubicBezTo>
                  <a:cubicBezTo>
                    <a:pt x="911" y="134"/>
                    <a:pt x="890" y="115"/>
                    <a:pt x="890" y="85"/>
                  </a:cubicBezTo>
                  <a:close/>
                  <a:moveTo>
                    <a:pt x="1010" y="89"/>
                  </a:moveTo>
                  <a:cubicBezTo>
                    <a:pt x="1010" y="132"/>
                    <a:pt x="1010" y="132"/>
                    <a:pt x="1010" y="132"/>
                  </a:cubicBezTo>
                  <a:cubicBezTo>
                    <a:pt x="983" y="132"/>
                    <a:pt x="983" y="132"/>
                    <a:pt x="983" y="132"/>
                  </a:cubicBezTo>
                  <a:cubicBezTo>
                    <a:pt x="983" y="0"/>
                    <a:pt x="983" y="0"/>
                    <a:pt x="983" y="0"/>
                  </a:cubicBezTo>
                  <a:cubicBezTo>
                    <a:pt x="1010" y="0"/>
                    <a:pt x="1010" y="0"/>
                    <a:pt x="1010" y="0"/>
                  </a:cubicBezTo>
                  <a:cubicBezTo>
                    <a:pt x="1010" y="75"/>
                    <a:pt x="1010" y="75"/>
                    <a:pt x="1010" y="75"/>
                  </a:cubicBezTo>
                  <a:cubicBezTo>
                    <a:pt x="1039" y="38"/>
                    <a:pt x="1039" y="38"/>
                    <a:pt x="1039" y="38"/>
                  </a:cubicBezTo>
                  <a:cubicBezTo>
                    <a:pt x="1070" y="38"/>
                    <a:pt x="1070" y="38"/>
                    <a:pt x="1070" y="38"/>
                  </a:cubicBezTo>
                  <a:cubicBezTo>
                    <a:pt x="1070" y="39"/>
                    <a:pt x="1070" y="39"/>
                    <a:pt x="1070" y="39"/>
                  </a:cubicBezTo>
                  <a:cubicBezTo>
                    <a:pt x="1036" y="82"/>
                    <a:pt x="1036" y="82"/>
                    <a:pt x="1036" y="82"/>
                  </a:cubicBezTo>
                  <a:cubicBezTo>
                    <a:pt x="1070" y="131"/>
                    <a:pt x="1070" y="131"/>
                    <a:pt x="1070" y="131"/>
                  </a:cubicBezTo>
                  <a:cubicBezTo>
                    <a:pt x="1070" y="132"/>
                    <a:pt x="1070" y="132"/>
                    <a:pt x="1070" y="132"/>
                  </a:cubicBezTo>
                  <a:cubicBezTo>
                    <a:pt x="1038" y="132"/>
                    <a:pt x="1038" y="132"/>
                    <a:pt x="1038" y="132"/>
                  </a:cubicBezTo>
                  <a:lnTo>
                    <a:pt x="1010" y="89"/>
                  </a:lnTo>
                  <a:close/>
                  <a:moveTo>
                    <a:pt x="1133" y="123"/>
                  </a:moveTo>
                  <a:cubicBezTo>
                    <a:pt x="1127" y="130"/>
                    <a:pt x="1118" y="134"/>
                    <a:pt x="1108" y="134"/>
                  </a:cubicBezTo>
                  <a:cubicBezTo>
                    <a:pt x="1090" y="134"/>
                    <a:pt x="1075" y="122"/>
                    <a:pt x="1075" y="103"/>
                  </a:cubicBezTo>
                  <a:cubicBezTo>
                    <a:pt x="1075" y="84"/>
                    <a:pt x="1090" y="72"/>
                    <a:pt x="1112" y="72"/>
                  </a:cubicBezTo>
                  <a:cubicBezTo>
                    <a:pt x="1118" y="72"/>
                    <a:pt x="1125" y="73"/>
                    <a:pt x="1133" y="75"/>
                  </a:cubicBezTo>
                  <a:cubicBezTo>
                    <a:pt x="1133" y="73"/>
                    <a:pt x="1133" y="73"/>
                    <a:pt x="1133" y="73"/>
                  </a:cubicBezTo>
                  <a:cubicBezTo>
                    <a:pt x="1133" y="63"/>
                    <a:pt x="1127" y="59"/>
                    <a:pt x="1112" y="59"/>
                  </a:cubicBezTo>
                  <a:cubicBezTo>
                    <a:pt x="1102" y="59"/>
                    <a:pt x="1093" y="62"/>
                    <a:pt x="1086" y="66"/>
                  </a:cubicBezTo>
                  <a:cubicBezTo>
                    <a:pt x="1084" y="66"/>
                    <a:pt x="1084" y="66"/>
                    <a:pt x="1084" y="66"/>
                  </a:cubicBezTo>
                  <a:cubicBezTo>
                    <a:pt x="1084" y="44"/>
                    <a:pt x="1084" y="44"/>
                    <a:pt x="1084" y="44"/>
                  </a:cubicBezTo>
                  <a:cubicBezTo>
                    <a:pt x="1092" y="40"/>
                    <a:pt x="1104" y="36"/>
                    <a:pt x="1117" y="36"/>
                  </a:cubicBezTo>
                  <a:cubicBezTo>
                    <a:pt x="1145" y="36"/>
                    <a:pt x="1160" y="49"/>
                    <a:pt x="1160" y="73"/>
                  </a:cubicBezTo>
                  <a:cubicBezTo>
                    <a:pt x="1160" y="132"/>
                    <a:pt x="1160" y="132"/>
                    <a:pt x="1160" y="132"/>
                  </a:cubicBezTo>
                  <a:cubicBezTo>
                    <a:pt x="1133" y="132"/>
                    <a:pt x="1133" y="132"/>
                    <a:pt x="1133" y="132"/>
                  </a:cubicBezTo>
                  <a:cubicBezTo>
                    <a:pt x="1133" y="123"/>
                    <a:pt x="1133" y="123"/>
                    <a:pt x="1133" y="123"/>
                  </a:cubicBezTo>
                  <a:close/>
                  <a:moveTo>
                    <a:pt x="1133" y="102"/>
                  </a:moveTo>
                  <a:cubicBezTo>
                    <a:pt x="1133" y="94"/>
                    <a:pt x="1133" y="94"/>
                    <a:pt x="1133" y="94"/>
                  </a:cubicBezTo>
                  <a:cubicBezTo>
                    <a:pt x="1128" y="92"/>
                    <a:pt x="1123" y="91"/>
                    <a:pt x="1117" y="91"/>
                  </a:cubicBezTo>
                  <a:cubicBezTo>
                    <a:pt x="1108" y="91"/>
                    <a:pt x="1103" y="95"/>
                    <a:pt x="1103" y="102"/>
                  </a:cubicBezTo>
                  <a:cubicBezTo>
                    <a:pt x="1103" y="110"/>
                    <a:pt x="1108" y="113"/>
                    <a:pt x="1116" y="113"/>
                  </a:cubicBezTo>
                  <a:cubicBezTo>
                    <a:pt x="1124" y="113"/>
                    <a:pt x="1130" y="109"/>
                    <a:pt x="1133" y="102"/>
                  </a:cubicBezTo>
                  <a:close/>
                  <a:moveTo>
                    <a:pt x="1207" y="53"/>
                  </a:moveTo>
                  <a:cubicBezTo>
                    <a:pt x="1212" y="43"/>
                    <a:pt x="1220" y="37"/>
                    <a:pt x="1230" y="37"/>
                  </a:cubicBezTo>
                  <a:cubicBezTo>
                    <a:pt x="1234" y="37"/>
                    <a:pt x="1238" y="38"/>
                    <a:pt x="1239" y="39"/>
                  </a:cubicBezTo>
                  <a:cubicBezTo>
                    <a:pt x="1239" y="65"/>
                    <a:pt x="1239" y="65"/>
                    <a:pt x="1239" y="65"/>
                  </a:cubicBezTo>
                  <a:cubicBezTo>
                    <a:pt x="1238" y="65"/>
                    <a:pt x="1238" y="65"/>
                    <a:pt x="1238" y="65"/>
                  </a:cubicBezTo>
                  <a:cubicBezTo>
                    <a:pt x="1235" y="64"/>
                    <a:pt x="1231" y="63"/>
                    <a:pt x="1226" y="63"/>
                  </a:cubicBezTo>
                  <a:cubicBezTo>
                    <a:pt x="1217" y="63"/>
                    <a:pt x="1210" y="68"/>
                    <a:pt x="1208" y="78"/>
                  </a:cubicBezTo>
                  <a:cubicBezTo>
                    <a:pt x="1208" y="132"/>
                    <a:pt x="1208" y="132"/>
                    <a:pt x="1208" y="132"/>
                  </a:cubicBezTo>
                  <a:cubicBezTo>
                    <a:pt x="1180" y="132"/>
                    <a:pt x="1180" y="132"/>
                    <a:pt x="1180" y="132"/>
                  </a:cubicBezTo>
                  <a:cubicBezTo>
                    <a:pt x="1180" y="38"/>
                    <a:pt x="1180" y="38"/>
                    <a:pt x="1180" y="38"/>
                  </a:cubicBezTo>
                  <a:cubicBezTo>
                    <a:pt x="1207" y="38"/>
                    <a:pt x="1207" y="38"/>
                    <a:pt x="1207" y="38"/>
                  </a:cubicBezTo>
                  <a:cubicBezTo>
                    <a:pt x="1207" y="53"/>
                    <a:pt x="1207" y="53"/>
                    <a:pt x="1207" y="53"/>
                  </a:cubicBezTo>
                  <a:close/>
                  <a:moveTo>
                    <a:pt x="1314" y="122"/>
                  </a:moveTo>
                  <a:cubicBezTo>
                    <a:pt x="1308" y="130"/>
                    <a:pt x="1298" y="134"/>
                    <a:pt x="1286" y="134"/>
                  </a:cubicBezTo>
                  <a:cubicBezTo>
                    <a:pt x="1262" y="134"/>
                    <a:pt x="1246" y="112"/>
                    <a:pt x="1246" y="85"/>
                  </a:cubicBezTo>
                  <a:cubicBezTo>
                    <a:pt x="1246" y="58"/>
                    <a:pt x="1262" y="36"/>
                    <a:pt x="1286" y="36"/>
                  </a:cubicBezTo>
                  <a:cubicBezTo>
                    <a:pt x="1298" y="36"/>
                    <a:pt x="1307" y="40"/>
                    <a:pt x="1313" y="47"/>
                  </a:cubicBezTo>
                  <a:cubicBezTo>
                    <a:pt x="1313" y="0"/>
                    <a:pt x="1313" y="0"/>
                    <a:pt x="1313" y="0"/>
                  </a:cubicBezTo>
                  <a:cubicBezTo>
                    <a:pt x="1341" y="0"/>
                    <a:pt x="1341" y="0"/>
                    <a:pt x="1341" y="0"/>
                  </a:cubicBezTo>
                  <a:cubicBezTo>
                    <a:pt x="1341" y="132"/>
                    <a:pt x="1341" y="132"/>
                    <a:pt x="1341" y="132"/>
                  </a:cubicBezTo>
                  <a:cubicBezTo>
                    <a:pt x="1314" y="132"/>
                    <a:pt x="1314" y="132"/>
                    <a:pt x="1314" y="132"/>
                  </a:cubicBezTo>
                  <a:cubicBezTo>
                    <a:pt x="1314" y="122"/>
                    <a:pt x="1314" y="122"/>
                    <a:pt x="1314" y="122"/>
                  </a:cubicBezTo>
                  <a:close/>
                  <a:moveTo>
                    <a:pt x="1313" y="100"/>
                  </a:moveTo>
                  <a:cubicBezTo>
                    <a:pt x="1313" y="70"/>
                    <a:pt x="1313" y="70"/>
                    <a:pt x="1313" y="70"/>
                  </a:cubicBezTo>
                  <a:cubicBezTo>
                    <a:pt x="1308" y="63"/>
                    <a:pt x="1302" y="60"/>
                    <a:pt x="1295" y="60"/>
                  </a:cubicBezTo>
                  <a:cubicBezTo>
                    <a:pt x="1283" y="60"/>
                    <a:pt x="1275" y="69"/>
                    <a:pt x="1275" y="85"/>
                  </a:cubicBezTo>
                  <a:cubicBezTo>
                    <a:pt x="1275" y="101"/>
                    <a:pt x="1283" y="110"/>
                    <a:pt x="1295" y="110"/>
                  </a:cubicBezTo>
                  <a:cubicBezTo>
                    <a:pt x="1302" y="110"/>
                    <a:pt x="1308" y="107"/>
                    <a:pt x="1313" y="100"/>
                  </a:cubicBezTo>
                  <a:close/>
                  <a:moveTo>
                    <a:pt x="0" y="175"/>
                  </a:moveTo>
                  <a:cubicBezTo>
                    <a:pt x="81" y="175"/>
                    <a:pt x="81" y="175"/>
                    <a:pt x="81" y="175"/>
                  </a:cubicBezTo>
                  <a:cubicBezTo>
                    <a:pt x="81" y="191"/>
                    <a:pt x="81" y="191"/>
                    <a:pt x="81" y="191"/>
                  </a:cubicBezTo>
                  <a:cubicBezTo>
                    <a:pt x="18" y="191"/>
                    <a:pt x="18" y="191"/>
                    <a:pt x="18" y="191"/>
                  </a:cubicBezTo>
                  <a:cubicBezTo>
                    <a:pt x="18" y="231"/>
                    <a:pt x="18" y="231"/>
                    <a:pt x="18" y="231"/>
                  </a:cubicBezTo>
                  <a:cubicBezTo>
                    <a:pt x="75" y="231"/>
                    <a:pt x="75" y="231"/>
                    <a:pt x="75" y="231"/>
                  </a:cubicBezTo>
                  <a:cubicBezTo>
                    <a:pt x="75" y="247"/>
                    <a:pt x="75" y="247"/>
                    <a:pt x="75" y="247"/>
                  </a:cubicBezTo>
                  <a:cubicBezTo>
                    <a:pt x="18" y="247"/>
                    <a:pt x="18" y="247"/>
                    <a:pt x="18" y="247"/>
                  </a:cubicBezTo>
                  <a:cubicBezTo>
                    <a:pt x="18" y="291"/>
                    <a:pt x="18" y="291"/>
                    <a:pt x="18" y="291"/>
                  </a:cubicBezTo>
                  <a:cubicBezTo>
                    <a:pt x="81" y="291"/>
                    <a:pt x="81" y="291"/>
                    <a:pt x="81" y="291"/>
                  </a:cubicBezTo>
                  <a:cubicBezTo>
                    <a:pt x="81" y="307"/>
                    <a:pt x="81" y="307"/>
                    <a:pt x="81" y="307"/>
                  </a:cubicBezTo>
                  <a:cubicBezTo>
                    <a:pt x="0" y="307"/>
                    <a:pt x="0" y="307"/>
                    <a:pt x="0" y="307"/>
                  </a:cubicBezTo>
                  <a:lnTo>
                    <a:pt x="0" y="175"/>
                  </a:lnTo>
                  <a:close/>
                  <a:moveTo>
                    <a:pt x="149" y="212"/>
                  </a:moveTo>
                  <a:cubicBezTo>
                    <a:pt x="169" y="212"/>
                    <a:pt x="181" y="226"/>
                    <a:pt x="181" y="248"/>
                  </a:cubicBezTo>
                  <a:cubicBezTo>
                    <a:pt x="181" y="307"/>
                    <a:pt x="181" y="307"/>
                    <a:pt x="181" y="307"/>
                  </a:cubicBezTo>
                  <a:cubicBezTo>
                    <a:pt x="164" y="307"/>
                    <a:pt x="164" y="307"/>
                    <a:pt x="164" y="307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4" y="237"/>
                    <a:pt x="157" y="228"/>
                    <a:pt x="144" y="228"/>
                  </a:cubicBezTo>
                  <a:cubicBezTo>
                    <a:pt x="133" y="228"/>
                    <a:pt x="124" y="235"/>
                    <a:pt x="121" y="245"/>
                  </a:cubicBezTo>
                  <a:cubicBezTo>
                    <a:pt x="121" y="307"/>
                    <a:pt x="121" y="307"/>
                    <a:pt x="121" y="307"/>
                  </a:cubicBezTo>
                  <a:cubicBezTo>
                    <a:pt x="103" y="307"/>
                    <a:pt x="103" y="307"/>
                    <a:pt x="103" y="307"/>
                  </a:cubicBezTo>
                  <a:cubicBezTo>
                    <a:pt x="103" y="214"/>
                    <a:pt x="103" y="214"/>
                    <a:pt x="103" y="214"/>
                  </a:cubicBezTo>
                  <a:cubicBezTo>
                    <a:pt x="121" y="214"/>
                    <a:pt x="121" y="214"/>
                    <a:pt x="121" y="214"/>
                  </a:cubicBezTo>
                  <a:cubicBezTo>
                    <a:pt x="121" y="227"/>
                    <a:pt x="121" y="227"/>
                    <a:pt x="121" y="227"/>
                  </a:cubicBezTo>
                  <a:cubicBezTo>
                    <a:pt x="126" y="219"/>
                    <a:pt x="136" y="212"/>
                    <a:pt x="149" y="212"/>
                  </a:cubicBezTo>
                  <a:close/>
                  <a:moveTo>
                    <a:pt x="228" y="214"/>
                  </a:moveTo>
                  <a:cubicBezTo>
                    <a:pt x="252" y="214"/>
                    <a:pt x="252" y="214"/>
                    <a:pt x="252" y="214"/>
                  </a:cubicBezTo>
                  <a:cubicBezTo>
                    <a:pt x="252" y="229"/>
                    <a:pt x="252" y="229"/>
                    <a:pt x="252" y="229"/>
                  </a:cubicBezTo>
                  <a:cubicBezTo>
                    <a:pt x="228" y="229"/>
                    <a:pt x="228" y="229"/>
                    <a:pt x="228" y="229"/>
                  </a:cubicBezTo>
                  <a:cubicBezTo>
                    <a:pt x="228" y="279"/>
                    <a:pt x="228" y="279"/>
                    <a:pt x="228" y="279"/>
                  </a:cubicBezTo>
                  <a:cubicBezTo>
                    <a:pt x="228" y="289"/>
                    <a:pt x="234" y="293"/>
                    <a:pt x="243" y="293"/>
                  </a:cubicBezTo>
                  <a:cubicBezTo>
                    <a:pt x="246" y="293"/>
                    <a:pt x="249" y="293"/>
                    <a:pt x="251" y="292"/>
                  </a:cubicBezTo>
                  <a:cubicBezTo>
                    <a:pt x="252" y="292"/>
                    <a:pt x="252" y="292"/>
                    <a:pt x="252" y="292"/>
                  </a:cubicBezTo>
                  <a:cubicBezTo>
                    <a:pt x="252" y="307"/>
                    <a:pt x="252" y="307"/>
                    <a:pt x="252" y="307"/>
                  </a:cubicBezTo>
                  <a:cubicBezTo>
                    <a:pt x="249" y="308"/>
                    <a:pt x="246" y="309"/>
                    <a:pt x="241" y="309"/>
                  </a:cubicBezTo>
                  <a:cubicBezTo>
                    <a:pt x="219" y="309"/>
                    <a:pt x="211" y="299"/>
                    <a:pt x="211" y="281"/>
                  </a:cubicBezTo>
                  <a:cubicBezTo>
                    <a:pt x="211" y="229"/>
                    <a:pt x="211" y="229"/>
                    <a:pt x="211" y="229"/>
                  </a:cubicBezTo>
                  <a:cubicBezTo>
                    <a:pt x="195" y="229"/>
                    <a:pt x="195" y="229"/>
                    <a:pt x="195" y="229"/>
                  </a:cubicBezTo>
                  <a:cubicBezTo>
                    <a:pt x="195" y="214"/>
                    <a:pt x="195" y="214"/>
                    <a:pt x="195" y="214"/>
                  </a:cubicBezTo>
                  <a:cubicBezTo>
                    <a:pt x="211" y="214"/>
                    <a:pt x="211" y="214"/>
                    <a:pt x="211" y="214"/>
                  </a:cubicBezTo>
                  <a:cubicBezTo>
                    <a:pt x="211" y="189"/>
                    <a:pt x="211" y="189"/>
                    <a:pt x="211" y="189"/>
                  </a:cubicBezTo>
                  <a:cubicBezTo>
                    <a:pt x="228" y="189"/>
                    <a:pt x="228" y="189"/>
                    <a:pt x="228" y="189"/>
                  </a:cubicBezTo>
                  <a:lnTo>
                    <a:pt x="228" y="214"/>
                  </a:lnTo>
                  <a:close/>
                  <a:moveTo>
                    <a:pt x="309" y="309"/>
                  </a:moveTo>
                  <a:cubicBezTo>
                    <a:pt x="282" y="309"/>
                    <a:pt x="263" y="290"/>
                    <a:pt x="263" y="261"/>
                  </a:cubicBezTo>
                  <a:cubicBezTo>
                    <a:pt x="263" y="232"/>
                    <a:pt x="280" y="212"/>
                    <a:pt x="305" y="212"/>
                  </a:cubicBezTo>
                  <a:cubicBezTo>
                    <a:pt x="331" y="212"/>
                    <a:pt x="344" y="230"/>
                    <a:pt x="344" y="258"/>
                  </a:cubicBezTo>
                  <a:cubicBezTo>
                    <a:pt x="344" y="266"/>
                    <a:pt x="344" y="266"/>
                    <a:pt x="344" y="266"/>
                  </a:cubicBezTo>
                  <a:cubicBezTo>
                    <a:pt x="281" y="266"/>
                    <a:pt x="281" y="266"/>
                    <a:pt x="281" y="266"/>
                  </a:cubicBezTo>
                  <a:cubicBezTo>
                    <a:pt x="282" y="284"/>
                    <a:pt x="295" y="293"/>
                    <a:pt x="311" y="293"/>
                  </a:cubicBezTo>
                  <a:cubicBezTo>
                    <a:pt x="321" y="293"/>
                    <a:pt x="329" y="291"/>
                    <a:pt x="337" y="285"/>
                  </a:cubicBezTo>
                  <a:cubicBezTo>
                    <a:pt x="338" y="285"/>
                    <a:pt x="338" y="285"/>
                    <a:pt x="338" y="285"/>
                  </a:cubicBezTo>
                  <a:cubicBezTo>
                    <a:pt x="338" y="300"/>
                    <a:pt x="338" y="300"/>
                    <a:pt x="338" y="300"/>
                  </a:cubicBezTo>
                  <a:cubicBezTo>
                    <a:pt x="330" y="306"/>
                    <a:pt x="320" y="309"/>
                    <a:pt x="309" y="309"/>
                  </a:cubicBezTo>
                  <a:close/>
                  <a:moveTo>
                    <a:pt x="281" y="251"/>
                  </a:moveTo>
                  <a:cubicBezTo>
                    <a:pt x="327" y="251"/>
                    <a:pt x="327" y="251"/>
                    <a:pt x="327" y="251"/>
                  </a:cubicBezTo>
                  <a:cubicBezTo>
                    <a:pt x="327" y="237"/>
                    <a:pt x="320" y="227"/>
                    <a:pt x="306" y="227"/>
                  </a:cubicBezTo>
                  <a:cubicBezTo>
                    <a:pt x="292" y="227"/>
                    <a:pt x="284" y="237"/>
                    <a:pt x="281" y="251"/>
                  </a:cubicBezTo>
                  <a:close/>
                  <a:moveTo>
                    <a:pt x="382" y="228"/>
                  </a:moveTo>
                  <a:cubicBezTo>
                    <a:pt x="386" y="218"/>
                    <a:pt x="395" y="212"/>
                    <a:pt x="405" y="212"/>
                  </a:cubicBezTo>
                  <a:cubicBezTo>
                    <a:pt x="409" y="212"/>
                    <a:pt x="413" y="213"/>
                    <a:pt x="414" y="214"/>
                  </a:cubicBezTo>
                  <a:cubicBezTo>
                    <a:pt x="414" y="231"/>
                    <a:pt x="414" y="231"/>
                    <a:pt x="414" y="231"/>
                  </a:cubicBezTo>
                  <a:cubicBezTo>
                    <a:pt x="414" y="231"/>
                    <a:pt x="414" y="231"/>
                    <a:pt x="414" y="231"/>
                  </a:cubicBezTo>
                  <a:cubicBezTo>
                    <a:pt x="411" y="230"/>
                    <a:pt x="407" y="229"/>
                    <a:pt x="403" y="229"/>
                  </a:cubicBezTo>
                  <a:cubicBezTo>
                    <a:pt x="393" y="229"/>
                    <a:pt x="385" y="236"/>
                    <a:pt x="382" y="246"/>
                  </a:cubicBezTo>
                  <a:cubicBezTo>
                    <a:pt x="382" y="307"/>
                    <a:pt x="382" y="307"/>
                    <a:pt x="382" y="307"/>
                  </a:cubicBezTo>
                  <a:cubicBezTo>
                    <a:pt x="365" y="307"/>
                    <a:pt x="365" y="307"/>
                    <a:pt x="365" y="307"/>
                  </a:cubicBezTo>
                  <a:cubicBezTo>
                    <a:pt x="365" y="214"/>
                    <a:pt x="365" y="214"/>
                    <a:pt x="365" y="214"/>
                  </a:cubicBezTo>
                  <a:cubicBezTo>
                    <a:pt x="382" y="214"/>
                    <a:pt x="382" y="214"/>
                    <a:pt x="382" y="214"/>
                  </a:cubicBezTo>
                  <a:cubicBezTo>
                    <a:pt x="382" y="228"/>
                    <a:pt x="382" y="228"/>
                    <a:pt x="382" y="228"/>
                  </a:cubicBezTo>
                  <a:close/>
                  <a:moveTo>
                    <a:pt x="474" y="212"/>
                  </a:moveTo>
                  <a:cubicBezTo>
                    <a:pt x="502" y="212"/>
                    <a:pt x="516" y="235"/>
                    <a:pt x="516" y="260"/>
                  </a:cubicBezTo>
                  <a:cubicBezTo>
                    <a:pt x="516" y="286"/>
                    <a:pt x="502" y="309"/>
                    <a:pt x="474" y="309"/>
                  </a:cubicBezTo>
                  <a:cubicBezTo>
                    <a:pt x="463" y="309"/>
                    <a:pt x="453" y="303"/>
                    <a:pt x="448" y="296"/>
                  </a:cubicBezTo>
                  <a:cubicBezTo>
                    <a:pt x="448" y="342"/>
                    <a:pt x="448" y="342"/>
                    <a:pt x="448" y="342"/>
                  </a:cubicBezTo>
                  <a:cubicBezTo>
                    <a:pt x="430" y="342"/>
                    <a:pt x="430" y="342"/>
                    <a:pt x="430" y="342"/>
                  </a:cubicBezTo>
                  <a:cubicBezTo>
                    <a:pt x="430" y="214"/>
                    <a:pt x="430" y="214"/>
                    <a:pt x="430" y="214"/>
                  </a:cubicBezTo>
                  <a:cubicBezTo>
                    <a:pt x="448" y="214"/>
                    <a:pt x="448" y="214"/>
                    <a:pt x="448" y="214"/>
                  </a:cubicBezTo>
                  <a:cubicBezTo>
                    <a:pt x="448" y="224"/>
                    <a:pt x="448" y="224"/>
                    <a:pt x="448" y="224"/>
                  </a:cubicBezTo>
                  <a:cubicBezTo>
                    <a:pt x="453" y="218"/>
                    <a:pt x="463" y="212"/>
                    <a:pt x="474" y="212"/>
                  </a:cubicBezTo>
                  <a:close/>
                  <a:moveTo>
                    <a:pt x="471" y="293"/>
                  </a:moveTo>
                  <a:cubicBezTo>
                    <a:pt x="488" y="293"/>
                    <a:pt x="498" y="279"/>
                    <a:pt x="498" y="260"/>
                  </a:cubicBezTo>
                  <a:cubicBezTo>
                    <a:pt x="498" y="242"/>
                    <a:pt x="488" y="228"/>
                    <a:pt x="471" y="228"/>
                  </a:cubicBezTo>
                  <a:cubicBezTo>
                    <a:pt x="461" y="228"/>
                    <a:pt x="453" y="233"/>
                    <a:pt x="448" y="243"/>
                  </a:cubicBezTo>
                  <a:cubicBezTo>
                    <a:pt x="448" y="278"/>
                    <a:pt x="448" y="278"/>
                    <a:pt x="448" y="278"/>
                  </a:cubicBezTo>
                  <a:cubicBezTo>
                    <a:pt x="453" y="287"/>
                    <a:pt x="461" y="293"/>
                    <a:pt x="471" y="293"/>
                  </a:cubicBezTo>
                  <a:close/>
                  <a:moveTo>
                    <a:pt x="554" y="228"/>
                  </a:moveTo>
                  <a:cubicBezTo>
                    <a:pt x="558" y="218"/>
                    <a:pt x="567" y="212"/>
                    <a:pt x="577" y="212"/>
                  </a:cubicBezTo>
                  <a:cubicBezTo>
                    <a:pt x="581" y="212"/>
                    <a:pt x="585" y="213"/>
                    <a:pt x="587" y="214"/>
                  </a:cubicBezTo>
                  <a:cubicBezTo>
                    <a:pt x="587" y="231"/>
                    <a:pt x="587" y="231"/>
                    <a:pt x="587" y="231"/>
                  </a:cubicBezTo>
                  <a:cubicBezTo>
                    <a:pt x="586" y="231"/>
                    <a:pt x="586" y="231"/>
                    <a:pt x="586" y="231"/>
                  </a:cubicBezTo>
                  <a:cubicBezTo>
                    <a:pt x="583" y="230"/>
                    <a:pt x="579" y="229"/>
                    <a:pt x="575" y="229"/>
                  </a:cubicBezTo>
                  <a:cubicBezTo>
                    <a:pt x="565" y="229"/>
                    <a:pt x="557" y="236"/>
                    <a:pt x="554" y="246"/>
                  </a:cubicBezTo>
                  <a:cubicBezTo>
                    <a:pt x="554" y="307"/>
                    <a:pt x="554" y="307"/>
                    <a:pt x="554" y="307"/>
                  </a:cubicBezTo>
                  <a:cubicBezTo>
                    <a:pt x="537" y="307"/>
                    <a:pt x="537" y="307"/>
                    <a:pt x="537" y="307"/>
                  </a:cubicBezTo>
                  <a:cubicBezTo>
                    <a:pt x="537" y="214"/>
                    <a:pt x="537" y="214"/>
                    <a:pt x="537" y="214"/>
                  </a:cubicBezTo>
                  <a:cubicBezTo>
                    <a:pt x="554" y="214"/>
                    <a:pt x="554" y="214"/>
                    <a:pt x="554" y="214"/>
                  </a:cubicBezTo>
                  <a:cubicBezTo>
                    <a:pt x="554" y="228"/>
                    <a:pt x="554" y="228"/>
                    <a:pt x="554" y="228"/>
                  </a:cubicBezTo>
                  <a:close/>
                  <a:moveTo>
                    <a:pt x="612" y="176"/>
                  </a:moveTo>
                  <a:cubicBezTo>
                    <a:pt x="618" y="176"/>
                    <a:pt x="623" y="181"/>
                    <a:pt x="623" y="187"/>
                  </a:cubicBezTo>
                  <a:cubicBezTo>
                    <a:pt x="623" y="193"/>
                    <a:pt x="618" y="198"/>
                    <a:pt x="612" y="198"/>
                  </a:cubicBezTo>
                  <a:cubicBezTo>
                    <a:pt x="606" y="198"/>
                    <a:pt x="601" y="193"/>
                    <a:pt x="601" y="187"/>
                  </a:cubicBezTo>
                  <a:cubicBezTo>
                    <a:pt x="601" y="181"/>
                    <a:pt x="606" y="176"/>
                    <a:pt x="612" y="176"/>
                  </a:cubicBezTo>
                  <a:close/>
                  <a:moveTo>
                    <a:pt x="603" y="214"/>
                  </a:moveTo>
                  <a:cubicBezTo>
                    <a:pt x="621" y="214"/>
                    <a:pt x="621" y="214"/>
                    <a:pt x="621" y="214"/>
                  </a:cubicBezTo>
                  <a:cubicBezTo>
                    <a:pt x="621" y="307"/>
                    <a:pt x="621" y="307"/>
                    <a:pt x="621" y="307"/>
                  </a:cubicBezTo>
                  <a:cubicBezTo>
                    <a:pt x="603" y="307"/>
                    <a:pt x="603" y="307"/>
                    <a:pt x="603" y="307"/>
                  </a:cubicBezTo>
                  <a:lnTo>
                    <a:pt x="603" y="214"/>
                  </a:lnTo>
                  <a:close/>
                  <a:moveTo>
                    <a:pt x="683" y="252"/>
                  </a:moveTo>
                  <a:cubicBezTo>
                    <a:pt x="696" y="257"/>
                    <a:pt x="711" y="262"/>
                    <a:pt x="711" y="280"/>
                  </a:cubicBezTo>
                  <a:cubicBezTo>
                    <a:pt x="711" y="299"/>
                    <a:pt x="696" y="309"/>
                    <a:pt x="675" y="309"/>
                  </a:cubicBezTo>
                  <a:cubicBezTo>
                    <a:pt x="663" y="309"/>
                    <a:pt x="651" y="306"/>
                    <a:pt x="644" y="300"/>
                  </a:cubicBezTo>
                  <a:cubicBezTo>
                    <a:pt x="644" y="283"/>
                    <a:pt x="644" y="283"/>
                    <a:pt x="644" y="283"/>
                  </a:cubicBezTo>
                  <a:cubicBezTo>
                    <a:pt x="645" y="283"/>
                    <a:pt x="645" y="283"/>
                    <a:pt x="645" y="283"/>
                  </a:cubicBezTo>
                  <a:cubicBezTo>
                    <a:pt x="653" y="291"/>
                    <a:pt x="664" y="294"/>
                    <a:pt x="675" y="294"/>
                  </a:cubicBezTo>
                  <a:cubicBezTo>
                    <a:pt x="685" y="294"/>
                    <a:pt x="694" y="290"/>
                    <a:pt x="694" y="282"/>
                  </a:cubicBezTo>
                  <a:cubicBezTo>
                    <a:pt x="694" y="274"/>
                    <a:pt x="687" y="272"/>
                    <a:pt x="672" y="267"/>
                  </a:cubicBezTo>
                  <a:cubicBezTo>
                    <a:pt x="659" y="263"/>
                    <a:pt x="644" y="258"/>
                    <a:pt x="644" y="240"/>
                  </a:cubicBezTo>
                  <a:cubicBezTo>
                    <a:pt x="644" y="223"/>
                    <a:pt x="659" y="212"/>
                    <a:pt x="678" y="212"/>
                  </a:cubicBezTo>
                  <a:cubicBezTo>
                    <a:pt x="689" y="212"/>
                    <a:pt x="699" y="214"/>
                    <a:pt x="706" y="220"/>
                  </a:cubicBezTo>
                  <a:cubicBezTo>
                    <a:pt x="706" y="236"/>
                    <a:pt x="706" y="236"/>
                    <a:pt x="706" y="236"/>
                  </a:cubicBezTo>
                  <a:cubicBezTo>
                    <a:pt x="706" y="236"/>
                    <a:pt x="706" y="236"/>
                    <a:pt x="706" y="236"/>
                  </a:cubicBezTo>
                  <a:cubicBezTo>
                    <a:pt x="698" y="230"/>
                    <a:pt x="689" y="227"/>
                    <a:pt x="678" y="227"/>
                  </a:cubicBezTo>
                  <a:cubicBezTo>
                    <a:pt x="667" y="227"/>
                    <a:pt x="661" y="232"/>
                    <a:pt x="661" y="238"/>
                  </a:cubicBezTo>
                  <a:cubicBezTo>
                    <a:pt x="661" y="246"/>
                    <a:pt x="668" y="248"/>
                    <a:pt x="683" y="252"/>
                  </a:cubicBezTo>
                  <a:close/>
                  <a:moveTo>
                    <a:pt x="772" y="309"/>
                  </a:moveTo>
                  <a:cubicBezTo>
                    <a:pt x="745" y="309"/>
                    <a:pt x="726" y="290"/>
                    <a:pt x="726" y="261"/>
                  </a:cubicBezTo>
                  <a:cubicBezTo>
                    <a:pt x="726" y="232"/>
                    <a:pt x="744" y="212"/>
                    <a:pt x="769" y="212"/>
                  </a:cubicBezTo>
                  <a:cubicBezTo>
                    <a:pt x="794" y="212"/>
                    <a:pt x="807" y="230"/>
                    <a:pt x="807" y="258"/>
                  </a:cubicBezTo>
                  <a:cubicBezTo>
                    <a:pt x="807" y="266"/>
                    <a:pt x="807" y="266"/>
                    <a:pt x="807" y="266"/>
                  </a:cubicBezTo>
                  <a:cubicBezTo>
                    <a:pt x="744" y="266"/>
                    <a:pt x="744" y="266"/>
                    <a:pt x="744" y="266"/>
                  </a:cubicBezTo>
                  <a:cubicBezTo>
                    <a:pt x="746" y="284"/>
                    <a:pt x="758" y="293"/>
                    <a:pt x="774" y="293"/>
                  </a:cubicBezTo>
                  <a:cubicBezTo>
                    <a:pt x="785" y="293"/>
                    <a:pt x="792" y="291"/>
                    <a:pt x="800" y="285"/>
                  </a:cubicBezTo>
                  <a:cubicBezTo>
                    <a:pt x="801" y="285"/>
                    <a:pt x="801" y="285"/>
                    <a:pt x="801" y="285"/>
                  </a:cubicBezTo>
                  <a:cubicBezTo>
                    <a:pt x="801" y="300"/>
                    <a:pt x="801" y="300"/>
                    <a:pt x="801" y="300"/>
                  </a:cubicBezTo>
                  <a:cubicBezTo>
                    <a:pt x="793" y="306"/>
                    <a:pt x="783" y="309"/>
                    <a:pt x="772" y="309"/>
                  </a:cubicBezTo>
                  <a:close/>
                  <a:moveTo>
                    <a:pt x="744" y="251"/>
                  </a:moveTo>
                  <a:cubicBezTo>
                    <a:pt x="791" y="251"/>
                    <a:pt x="791" y="251"/>
                    <a:pt x="791" y="251"/>
                  </a:cubicBezTo>
                  <a:cubicBezTo>
                    <a:pt x="790" y="237"/>
                    <a:pt x="783" y="227"/>
                    <a:pt x="769" y="227"/>
                  </a:cubicBezTo>
                  <a:cubicBezTo>
                    <a:pt x="756" y="227"/>
                    <a:pt x="747" y="237"/>
                    <a:pt x="744" y="2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F3D13FF-AA40-4ED9-80A3-1305E183FC0D}" type="datetime4">
              <a:rPr lang="en-US" smtClean="0"/>
              <a:t>August 21, 2019</a:t>
            </a:fld>
            <a:endParaRPr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Private | Confidential | Internal Use Only </a:t>
            </a:r>
            <a:endParaRPr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016F8AB-BCEA-4347-8BA6-BE776009BC89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25419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10393" y="2209800"/>
            <a:ext cx="8229600" cy="1905000"/>
          </a:xfrm>
        </p:spPr>
        <p:txBody>
          <a:bodyPr anchor="b"/>
          <a:lstStyle>
            <a:lvl1pPr>
              <a:lnSpc>
                <a:spcPct val="80000"/>
              </a:lnSpc>
              <a:defRPr sz="6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8013" y="4267200"/>
            <a:ext cx="8229600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606423" y="456997"/>
            <a:ext cx="3027151" cy="1219403"/>
            <a:chOff x="3578225" y="1146175"/>
            <a:chExt cx="5038725" cy="2111375"/>
          </a:xfrm>
        </p:grpSpPr>
        <p:sp>
          <p:nvSpPr>
            <p:cNvPr id="8" name="Freeform 5"/>
            <p:cNvSpPr>
              <a:spLocks noEditPoints="1"/>
            </p:cNvSpPr>
            <p:nvPr/>
          </p:nvSpPr>
          <p:spPr bwMode="auto">
            <a:xfrm>
              <a:off x="3578225" y="1146175"/>
              <a:ext cx="1725613" cy="498475"/>
            </a:xfrm>
            <a:custGeom>
              <a:avLst/>
              <a:gdLst>
                <a:gd name="T0" fmla="*/ 0 w 1087"/>
                <a:gd name="T1" fmla="*/ 0 h 314"/>
                <a:gd name="T2" fmla="*/ 0 w 1087"/>
                <a:gd name="T3" fmla="*/ 314 h 314"/>
                <a:gd name="T4" fmla="*/ 0 w 1087"/>
                <a:gd name="T5" fmla="*/ 314 h 314"/>
                <a:gd name="T6" fmla="*/ 1087 w 1087"/>
                <a:gd name="T7" fmla="*/ 314 h 314"/>
                <a:gd name="T8" fmla="*/ 1087 w 1087"/>
                <a:gd name="T9" fmla="*/ 0 h 314"/>
                <a:gd name="T10" fmla="*/ 0 w 1087"/>
                <a:gd name="T11" fmla="*/ 0 h 314"/>
                <a:gd name="T12" fmla="*/ 1018 w 1087"/>
                <a:gd name="T13" fmla="*/ 245 h 314"/>
                <a:gd name="T14" fmla="*/ 69 w 1087"/>
                <a:gd name="T15" fmla="*/ 245 h 314"/>
                <a:gd name="T16" fmla="*/ 69 w 1087"/>
                <a:gd name="T17" fmla="*/ 69 h 314"/>
                <a:gd name="T18" fmla="*/ 1018 w 1087"/>
                <a:gd name="T19" fmla="*/ 69 h 314"/>
                <a:gd name="T20" fmla="*/ 1018 w 1087"/>
                <a:gd name="T21" fmla="*/ 245 h 314"/>
                <a:gd name="T22" fmla="*/ 1018 w 1087"/>
                <a:gd name="T23" fmla="*/ 245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87" h="314">
                  <a:moveTo>
                    <a:pt x="0" y="0"/>
                  </a:moveTo>
                  <a:lnTo>
                    <a:pt x="0" y="314"/>
                  </a:lnTo>
                  <a:lnTo>
                    <a:pt x="0" y="314"/>
                  </a:lnTo>
                  <a:lnTo>
                    <a:pt x="1087" y="314"/>
                  </a:lnTo>
                  <a:lnTo>
                    <a:pt x="1087" y="0"/>
                  </a:lnTo>
                  <a:lnTo>
                    <a:pt x="0" y="0"/>
                  </a:lnTo>
                  <a:close/>
                  <a:moveTo>
                    <a:pt x="1018" y="245"/>
                  </a:moveTo>
                  <a:lnTo>
                    <a:pt x="69" y="245"/>
                  </a:lnTo>
                  <a:lnTo>
                    <a:pt x="69" y="69"/>
                  </a:lnTo>
                  <a:lnTo>
                    <a:pt x="1018" y="69"/>
                  </a:lnTo>
                  <a:lnTo>
                    <a:pt x="1018" y="245"/>
                  </a:lnTo>
                  <a:lnTo>
                    <a:pt x="1018" y="245"/>
                  </a:lnTo>
                  <a:close/>
                </a:path>
              </a:pathLst>
            </a:custGeom>
            <a:solidFill>
              <a:srgbClr val="00B3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3578225" y="1968500"/>
              <a:ext cx="5038725" cy="1289050"/>
            </a:xfrm>
            <a:custGeom>
              <a:avLst/>
              <a:gdLst>
                <a:gd name="T0" fmla="*/ 80 w 1341"/>
                <a:gd name="T1" fmla="*/ 52 h 342"/>
                <a:gd name="T2" fmla="*/ 29 w 1341"/>
                <a:gd name="T3" fmla="*/ 77 h 342"/>
                <a:gd name="T4" fmla="*/ 212 w 1341"/>
                <a:gd name="T5" fmla="*/ 93 h 342"/>
                <a:gd name="T6" fmla="*/ 174 w 1341"/>
                <a:gd name="T7" fmla="*/ 134 h 342"/>
                <a:gd name="T8" fmla="*/ 272 w 1341"/>
                <a:gd name="T9" fmla="*/ 132 h 342"/>
                <a:gd name="T10" fmla="*/ 276 w 1341"/>
                <a:gd name="T11" fmla="*/ 38 h 342"/>
                <a:gd name="T12" fmla="*/ 327 w 1341"/>
                <a:gd name="T13" fmla="*/ 132 h 342"/>
                <a:gd name="T14" fmla="*/ 398 w 1341"/>
                <a:gd name="T15" fmla="*/ 0 h 342"/>
                <a:gd name="T16" fmla="*/ 402 w 1341"/>
                <a:gd name="T17" fmla="*/ 134 h 342"/>
                <a:gd name="T18" fmla="*/ 448 w 1341"/>
                <a:gd name="T19" fmla="*/ 93 h 342"/>
                <a:gd name="T20" fmla="*/ 448 w 1341"/>
                <a:gd name="T21" fmla="*/ 74 h 342"/>
                <a:gd name="T22" fmla="*/ 642 w 1341"/>
                <a:gd name="T23" fmla="*/ 60 h 342"/>
                <a:gd name="T24" fmla="*/ 642 w 1341"/>
                <a:gd name="T25" fmla="*/ 131 h 342"/>
                <a:gd name="T26" fmla="*/ 570 w 1341"/>
                <a:gd name="T27" fmla="*/ 111 h 342"/>
                <a:gd name="T28" fmla="*/ 530 w 1341"/>
                <a:gd name="T29" fmla="*/ 60 h 342"/>
                <a:gd name="T30" fmla="*/ 558 w 1341"/>
                <a:gd name="T31" fmla="*/ 38 h 342"/>
                <a:gd name="T32" fmla="*/ 738 w 1341"/>
                <a:gd name="T33" fmla="*/ 89 h 342"/>
                <a:gd name="T34" fmla="*/ 787 w 1341"/>
                <a:gd name="T35" fmla="*/ 45 h 342"/>
                <a:gd name="T36" fmla="*/ 736 w 1341"/>
                <a:gd name="T37" fmla="*/ 65 h 342"/>
                <a:gd name="T38" fmla="*/ 848 w 1341"/>
                <a:gd name="T39" fmla="*/ 73 h 342"/>
                <a:gd name="T40" fmla="*/ 876 w 1341"/>
                <a:gd name="T41" fmla="*/ 73 h 342"/>
                <a:gd name="T42" fmla="*/ 833 w 1341"/>
                <a:gd name="T43" fmla="*/ 91 h 342"/>
                <a:gd name="T44" fmla="*/ 965 w 1341"/>
                <a:gd name="T45" fmla="*/ 43 h 342"/>
                <a:gd name="T46" fmla="*/ 964 w 1341"/>
                <a:gd name="T47" fmla="*/ 103 h 342"/>
                <a:gd name="T48" fmla="*/ 1010 w 1341"/>
                <a:gd name="T49" fmla="*/ 132 h 342"/>
                <a:gd name="T50" fmla="*/ 1070 w 1341"/>
                <a:gd name="T51" fmla="*/ 38 h 342"/>
                <a:gd name="T52" fmla="*/ 1010 w 1341"/>
                <a:gd name="T53" fmla="*/ 89 h 342"/>
                <a:gd name="T54" fmla="*/ 1133 w 1341"/>
                <a:gd name="T55" fmla="*/ 73 h 342"/>
                <a:gd name="T56" fmla="*/ 1160 w 1341"/>
                <a:gd name="T57" fmla="*/ 73 h 342"/>
                <a:gd name="T58" fmla="*/ 1117 w 1341"/>
                <a:gd name="T59" fmla="*/ 91 h 342"/>
                <a:gd name="T60" fmla="*/ 1239 w 1341"/>
                <a:gd name="T61" fmla="*/ 39 h 342"/>
                <a:gd name="T62" fmla="*/ 1180 w 1341"/>
                <a:gd name="T63" fmla="*/ 132 h 342"/>
                <a:gd name="T64" fmla="*/ 1246 w 1341"/>
                <a:gd name="T65" fmla="*/ 85 h 342"/>
                <a:gd name="T66" fmla="*/ 1314 w 1341"/>
                <a:gd name="T67" fmla="*/ 132 h 342"/>
                <a:gd name="T68" fmla="*/ 1295 w 1341"/>
                <a:gd name="T69" fmla="*/ 110 h 342"/>
                <a:gd name="T70" fmla="*/ 18 w 1341"/>
                <a:gd name="T71" fmla="*/ 231 h 342"/>
                <a:gd name="T72" fmla="*/ 81 w 1341"/>
                <a:gd name="T73" fmla="*/ 307 h 342"/>
                <a:gd name="T74" fmla="*/ 164 w 1341"/>
                <a:gd name="T75" fmla="*/ 307 h 342"/>
                <a:gd name="T76" fmla="*/ 103 w 1341"/>
                <a:gd name="T77" fmla="*/ 214 h 342"/>
                <a:gd name="T78" fmla="*/ 252 w 1341"/>
                <a:gd name="T79" fmla="*/ 229 h 342"/>
                <a:gd name="T80" fmla="*/ 252 w 1341"/>
                <a:gd name="T81" fmla="*/ 307 h 342"/>
                <a:gd name="T82" fmla="*/ 211 w 1341"/>
                <a:gd name="T83" fmla="*/ 214 h 342"/>
                <a:gd name="T84" fmla="*/ 305 w 1341"/>
                <a:gd name="T85" fmla="*/ 212 h 342"/>
                <a:gd name="T86" fmla="*/ 338 w 1341"/>
                <a:gd name="T87" fmla="*/ 285 h 342"/>
                <a:gd name="T88" fmla="*/ 281 w 1341"/>
                <a:gd name="T89" fmla="*/ 251 h 342"/>
                <a:gd name="T90" fmla="*/ 403 w 1341"/>
                <a:gd name="T91" fmla="*/ 229 h 342"/>
                <a:gd name="T92" fmla="*/ 382 w 1341"/>
                <a:gd name="T93" fmla="*/ 228 h 342"/>
                <a:gd name="T94" fmla="*/ 430 w 1341"/>
                <a:gd name="T95" fmla="*/ 342 h 342"/>
                <a:gd name="T96" fmla="*/ 498 w 1341"/>
                <a:gd name="T97" fmla="*/ 260 h 342"/>
                <a:gd name="T98" fmla="*/ 577 w 1341"/>
                <a:gd name="T99" fmla="*/ 212 h 342"/>
                <a:gd name="T100" fmla="*/ 554 w 1341"/>
                <a:gd name="T101" fmla="*/ 307 h 342"/>
                <a:gd name="T102" fmla="*/ 623 w 1341"/>
                <a:gd name="T103" fmla="*/ 187 h 342"/>
                <a:gd name="T104" fmla="*/ 621 w 1341"/>
                <a:gd name="T105" fmla="*/ 307 h 342"/>
                <a:gd name="T106" fmla="*/ 644 w 1341"/>
                <a:gd name="T107" fmla="*/ 300 h 342"/>
                <a:gd name="T108" fmla="*/ 644 w 1341"/>
                <a:gd name="T109" fmla="*/ 240 h 342"/>
                <a:gd name="T110" fmla="*/ 661 w 1341"/>
                <a:gd name="T111" fmla="*/ 238 h 342"/>
                <a:gd name="T112" fmla="*/ 807 w 1341"/>
                <a:gd name="T113" fmla="*/ 266 h 342"/>
                <a:gd name="T114" fmla="*/ 772 w 1341"/>
                <a:gd name="T115" fmla="*/ 309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341" h="342">
                  <a:moveTo>
                    <a:pt x="29" y="132"/>
                  </a:moveTo>
                  <a:cubicBezTo>
                    <a:pt x="0" y="132"/>
                    <a:pt x="0" y="132"/>
                    <a:pt x="0" y="13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80" y="52"/>
                    <a:pt x="80" y="52"/>
                    <a:pt x="80" y="52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09" y="132"/>
                    <a:pt x="109" y="132"/>
                    <a:pt x="109" y="132"/>
                  </a:cubicBezTo>
                  <a:cubicBezTo>
                    <a:pt x="80" y="132"/>
                    <a:pt x="80" y="132"/>
                    <a:pt x="80" y="132"/>
                  </a:cubicBezTo>
                  <a:cubicBezTo>
                    <a:pt x="80" y="77"/>
                    <a:pt x="80" y="77"/>
                    <a:pt x="80" y="77"/>
                  </a:cubicBezTo>
                  <a:cubicBezTo>
                    <a:pt x="29" y="77"/>
                    <a:pt x="29" y="77"/>
                    <a:pt x="29" y="77"/>
                  </a:cubicBezTo>
                  <a:lnTo>
                    <a:pt x="29" y="132"/>
                  </a:lnTo>
                  <a:close/>
                  <a:moveTo>
                    <a:pt x="174" y="134"/>
                  </a:moveTo>
                  <a:cubicBezTo>
                    <a:pt x="145" y="134"/>
                    <a:pt x="125" y="116"/>
                    <a:pt x="125" y="85"/>
                  </a:cubicBezTo>
                  <a:cubicBezTo>
                    <a:pt x="125" y="56"/>
                    <a:pt x="144" y="36"/>
                    <a:pt x="170" y="36"/>
                  </a:cubicBezTo>
                  <a:cubicBezTo>
                    <a:pt x="198" y="36"/>
                    <a:pt x="212" y="55"/>
                    <a:pt x="212" y="83"/>
                  </a:cubicBezTo>
                  <a:cubicBezTo>
                    <a:pt x="212" y="93"/>
                    <a:pt x="212" y="93"/>
                    <a:pt x="212" y="93"/>
                  </a:cubicBezTo>
                  <a:cubicBezTo>
                    <a:pt x="152" y="93"/>
                    <a:pt x="152" y="93"/>
                    <a:pt x="152" y="93"/>
                  </a:cubicBezTo>
                  <a:cubicBezTo>
                    <a:pt x="155" y="108"/>
                    <a:pt x="167" y="112"/>
                    <a:pt x="178" y="112"/>
                  </a:cubicBezTo>
                  <a:cubicBezTo>
                    <a:pt x="188" y="112"/>
                    <a:pt x="195" y="110"/>
                    <a:pt x="204" y="104"/>
                  </a:cubicBezTo>
                  <a:cubicBezTo>
                    <a:pt x="205" y="104"/>
                    <a:pt x="205" y="104"/>
                    <a:pt x="205" y="104"/>
                  </a:cubicBezTo>
                  <a:cubicBezTo>
                    <a:pt x="205" y="126"/>
                    <a:pt x="205" y="126"/>
                    <a:pt x="205" y="126"/>
                  </a:cubicBezTo>
                  <a:cubicBezTo>
                    <a:pt x="198" y="131"/>
                    <a:pt x="187" y="134"/>
                    <a:pt x="174" y="134"/>
                  </a:cubicBezTo>
                  <a:close/>
                  <a:moveTo>
                    <a:pt x="152" y="74"/>
                  </a:moveTo>
                  <a:cubicBezTo>
                    <a:pt x="186" y="74"/>
                    <a:pt x="186" y="74"/>
                    <a:pt x="186" y="74"/>
                  </a:cubicBezTo>
                  <a:cubicBezTo>
                    <a:pt x="186" y="64"/>
                    <a:pt x="182" y="58"/>
                    <a:pt x="170" y="58"/>
                  </a:cubicBezTo>
                  <a:cubicBezTo>
                    <a:pt x="162" y="58"/>
                    <a:pt x="155" y="61"/>
                    <a:pt x="152" y="74"/>
                  </a:cubicBezTo>
                  <a:close/>
                  <a:moveTo>
                    <a:pt x="287" y="77"/>
                  </a:moveTo>
                  <a:cubicBezTo>
                    <a:pt x="272" y="132"/>
                    <a:pt x="272" y="132"/>
                    <a:pt x="272" y="132"/>
                  </a:cubicBezTo>
                  <a:cubicBezTo>
                    <a:pt x="247" y="132"/>
                    <a:pt x="247" y="132"/>
                    <a:pt x="247" y="132"/>
                  </a:cubicBezTo>
                  <a:cubicBezTo>
                    <a:pt x="218" y="39"/>
                    <a:pt x="218" y="39"/>
                    <a:pt x="218" y="39"/>
                  </a:cubicBezTo>
                  <a:cubicBezTo>
                    <a:pt x="218" y="38"/>
                    <a:pt x="218" y="38"/>
                    <a:pt x="218" y="38"/>
                  </a:cubicBezTo>
                  <a:cubicBezTo>
                    <a:pt x="246" y="38"/>
                    <a:pt x="246" y="38"/>
                    <a:pt x="246" y="38"/>
                  </a:cubicBezTo>
                  <a:cubicBezTo>
                    <a:pt x="261" y="93"/>
                    <a:pt x="261" y="93"/>
                    <a:pt x="261" y="93"/>
                  </a:cubicBezTo>
                  <a:cubicBezTo>
                    <a:pt x="276" y="38"/>
                    <a:pt x="276" y="38"/>
                    <a:pt x="276" y="38"/>
                  </a:cubicBezTo>
                  <a:cubicBezTo>
                    <a:pt x="298" y="38"/>
                    <a:pt x="298" y="38"/>
                    <a:pt x="298" y="38"/>
                  </a:cubicBezTo>
                  <a:cubicBezTo>
                    <a:pt x="313" y="93"/>
                    <a:pt x="313" y="93"/>
                    <a:pt x="313" y="93"/>
                  </a:cubicBezTo>
                  <a:cubicBezTo>
                    <a:pt x="329" y="38"/>
                    <a:pt x="329" y="38"/>
                    <a:pt x="329" y="38"/>
                  </a:cubicBezTo>
                  <a:cubicBezTo>
                    <a:pt x="355" y="38"/>
                    <a:pt x="355" y="38"/>
                    <a:pt x="355" y="38"/>
                  </a:cubicBezTo>
                  <a:cubicBezTo>
                    <a:pt x="355" y="39"/>
                    <a:pt x="355" y="39"/>
                    <a:pt x="355" y="39"/>
                  </a:cubicBezTo>
                  <a:cubicBezTo>
                    <a:pt x="327" y="132"/>
                    <a:pt x="327" y="132"/>
                    <a:pt x="327" y="132"/>
                  </a:cubicBezTo>
                  <a:cubicBezTo>
                    <a:pt x="302" y="132"/>
                    <a:pt x="302" y="132"/>
                    <a:pt x="302" y="132"/>
                  </a:cubicBezTo>
                  <a:lnTo>
                    <a:pt x="287" y="77"/>
                  </a:lnTo>
                  <a:close/>
                  <a:moveTo>
                    <a:pt x="402" y="134"/>
                  </a:moveTo>
                  <a:cubicBezTo>
                    <a:pt x="379" y="134"/>
                    <a:pt x="370" y="125"/>
                    <a:pt x="370" y="104"/>
                  </a:cubicBezTo>
                  <a:cubicBezTo>
                    <a:pt x="370" y="0"/>
                    <a:pt x="370" y="0"/>
                    <a:pt x="370" y="0"/>
                  </a:cubicBezTo>
                  <a:cubicBezTo>
                    <a:pt x="398" y="0"/>
                    <a:pt x="398" y="0"/>
                    <a:pt x="398" y="0"/>
                  </a:cubicBezTo>
                  <a:cubicBezTo>
                    <a:pt x="398" y="102"/>
                    <a:pt x="398" y="102"/>
                    <a:pt x="398" y="102"/>
                  </a:cubicBezTo>
                  <a:cubicBezTo>
                    <a:pt x="398" y="108"/>
                    <a:pt x="400" y="111"/>
                    <a:pt x="406" y="111"/>
                  </a:cubicBezTo>
                  <a:cubicBezTo>
                    <a:pt x="408" y="111"/>
                    <a:pt x="410" y="110"/>
                    <a:pt x="412" y="109"/>
                  </a:cubicBezTo>
                  <a:cubicBezTo>
                    <a:pt x="413" y="109"/>
                    <a:pt x="413" y="109"/>
                    <a:pt x="413" y="109"/>
                  </a:cubicBezTo>
                  <a:cubicBezTo>
                    <a:pt x="413" y="132"/>
                    <a:pt x="413" y="132"/>
                    <a:pt x="413" y="132"/>
                  </a:cubicBezTo>
                  <a:cubicBezTo>
                    <a:pt x="410" y="133"/>
                    <a:pt x="406" y="134"/>
                    <a:pt x="402" y="134"/>
                  </a:cubicBezTo>
                  <a:close/>
                  <a:moveTo>
                    <a:pt x="469" y="134"/>
                  </a:moveTo>
                  <a:cubicBezTo>
                    <a:pt x="440" y="134"/>
                    <a:pt x="420" y="116"/>
                    <a:pt x="420" y="85"/>
                  </a:cubicBezTo>
                  <a:cubicBezTo>
                    <a:pt x="420" y="56"/>
                    <a:pt x="440" y="36"/>
                    <a:pt x="465" y="36"/>
                  </a:cubicBezTo>
                  <a:cubicBezTo>
                    <a:pt x="494" y="36"/>
                    <a:pt x="507" y="55"/>
                    <a:pt x="507" y="83"/>
                  </a:cubicBezTo>
                  <a:cubicBezTo>
                    <a:pt x="507" y="93"/>
                    <a:pt x="507" y="93"/>
                    <a:pt x="507" y="93"/>
                  </a:cubicBezTo>
                  <a:cubicBezTo>
                    <a:pt x="448" y="93"/>
                    <a:pt x="448" y="93"/>
                    <a:pt x="448" y="93"/>
                  </a:cubicBezTo>
                  <a:cubicBezTo>
                    <a:pt x="451" y="108"/>
                    <a:pt x="462" y="112"/>
                    <a:pt x="474" y="112"/>
                  </a:cubicBezTo>
                  <a:cubicBezTo>
                    <a:pt x="484" y="112"/>
                    <a:pt x="491" y="110"/>
                    <a:pt x="500" y="104"/>
                  </a:cubicBezTo>
                  <a:cubicBezTo>
                    <a:pt x="501" y="104"/>
                    <a:pt x="501" y="104"/>
                    <a:pt x="501" y="104"/>
                  </a:cubicBezTo>
                  <a:cubicBezTo>
                    <a:pt x="501" y="126"/>
                    <a:pt x="501" y="126"/>
                    <a:pt x="501" y="126"/>
                  </a:cubicBezTo>
                  <a:cubicBezTo>
                    <a:pt x="493" y="131"/>
                    <a:pt x="482" y="134"/>
                    <a:pt x="469" y="134"/>
                  </a:cubicBezTo>
                  <a:close/>
                  <a:moveTo>
                    <a:pt x="448" y="74"/>
                  </a:moveTo>
                  <a:cubicBezTo>
                    <a:pt x="482" y="74"/>
                    <a:pt x="482" y="74"/>
                    <a:pt x="482" y="74"/>
                  </a:cubicBezTo>
                  <a:cubicBezTo>
                    <a:pt x="481" y="64"/>
                    <a:pt x="477" y="58"/>
                    <a:pt x="466" y="58"/>
                  </a:cubicBezTo>
                  <a:cubicBezTo>
                    <a:pt x="457" y="58"/>
                    <a:pt x="450" y="61"/>
                    <a:pt x="448" y="74"/>
                  </a:cubicBezTo>
                  <a:close/>
                  <a:moveTo>
                    <a:pt x="622" y="38"/>
                  </a:moveTo>
                  <a:cubicBezTo>
                    <a:pt x="642" y="38"/>
                    <a:pt x="642" y="38"/>
                    <a:pt x="642" y="38"/>
                  </a:cubicBezTo>
                  <a:cubicBezTo>
                    <a:pt x="642" y="60"/>
                    <a:pt x="642" y="60"/>
                    <a:pt x="642" y="60"/>
                  </a:cubicBezTo>
                  <a:cubicBezTo>
                    <a:pt x="622" y="60"/>
                    <a:pt x="622" y="60"/>
                    <a:pt x="622" y="60"/>
                  </a:cubicBezTo>
                  <a:cubicBezTo>
                    <a:pt x="622" y="99"/>
                    <a:pt x="622" y="99"/>
                    <a:pt x="622" y="99"/>
                  </a:cubicBezTo>
                  <a:cubicBezTo>
                    <a:pt x="622" y="107"/>
                    <a:pt x="625" y="111"/>
                    <a:pt x="633" y="111"/>
                  </a:cubicBezTo>
                  <a:cubicBezTo>
                    <a:pt x="636" y="111"/>
                    <a:pt x="639" y="110"/>
                    <a:pt x="642" y="109"/>
                  </a:cubicBezTo>
                  <a:cubicBezTo>
                    <a:pt x="642" y="109"/>
                    <a:pt x="642" y="109"/>
                    <a:pt x="642" y="109"/>
                  </a:cubicBezTo>
                  <a:cubicBezTo>
                    <a:pt x="642" y="131"/>
                    <a:pt x="642" y="131"/>
                    <a:pt x="642" y="131"/>
                  </a:cubicBezTo>
                  <a:cubicBezTo>
                    <a:pt x="639" y="132"/>
                    <a:pt x="633" y="134"/>
                    <a:pt x="625" y="134"/>
                  </a:cubicBezTo>
                  <a:cubicBezTo>
                    <a:pt x="603" y="134"/>
                    <a:pt x="594" y="124"/>
                    <a:pt x="594" y="100"/>
                  </a:cubicBezTo>
                  <a:cubicBezTo>
                    <a:pt x="594" y="60"/>
                    <a:pt x="594" y="60"/>
                    <a:pt x="594" y="60"/>
                  </a:cubicBezTo>
                  <a:cubicBezTo>
                    <a:pt x="558" y="60"/>
                    <a:pt x="558" y="60"/>
                    <a:pt x="558" y="60"/>
                  </a:cubicBezTo>
                  <a:cubicBezTo>
                    <a:pt x="558" y="99"/>
                    <a:pt x="558" y="99"/>
                    <a:pt x="558" y="99"/>
                  </a:cubicBezTo>
                  <a:cubicBezTo>
                    <a:pt x="558" y="107"/>
                    <a:pt x="561" y="111"/>
                    <a:pt x="570" y="111"/>
                  </a:cubicBezTo>
                  <a:cubicBezTo>
                    <a:pt x="572" y="111"/>
                    <a:pt x="575" y="110"/>
                    <a:pt x="578" y="109"/>
                  </a:cubicBezTo>
                  <a:cubicBezTo>
                    <a:pt x="579" y="109"/>
                    <a:pt x="579" y="109"/>
                    <a:pt x="579" y="109"/>
                  </a:cubicBezTo>
                  <a:cubicBezTo>
                    <a:pt x="579" y="131"/>
                    <a:pt x="579" y="131"/>
                    <a:pt x="579" y="131"/>
                  </a:cubicBezTo>
                  <a:cubicBezTo>
                    <a:pt x="575" y="132"/>
                    <a:pt x="570" y="134"/>
                    <a:pt x="562" y="134"/>
                  </a:cubicBezTo>
                  <a:cubicBezTo>
                    <a:pt x="539" y="134"/>
                    <a:pt x="530" y="124"/>
                    <a:pt x="530" y="100"/>
                  </a:cubicBezTo>
                  <a:cubicBezTo>
                    <a:pt x="530" y="60"/>
                    <a:pt x="530" y="60"/>
                    <a:pt x="530" y="60"/>
                  </a:cubicBezTo>
                  <a:cubicBezTo>
                    <a:pt x="516" y="60"/>
                    <a:pt x="516" y="60"/>
                    <a:pt x="516" y="60"/>
                  </a:cubicBezTo>
                  <a:cubicBezTo>
                    <a:pt x="516" y="38"/>
                    <a:pt x="516" y="38"/>
                    <a:pt x="516" y="38"/>
                  </a:cubicBezTo>
                  <a:cubicBezTo>
                    <a:pt x="530" y="38"/>
                    <a:pt x="530" y="38"/>
                    <a:pt x="530" y="38"/>
                  </a:cubicBezTo>
                  <a:cubicBezTo>
                    <a:pt x="530" y="12"/>
                    <a:pt x="530" y="12"/>
                    <a:pt x="530" y="12"/>
                  </a:cubicBezTo>
                  <a:cubicBezTo>
                    <a:pt x="558" y="12"/>
                    <a:pt x="558" y="12"/>
                    <a:pt x="558" y="12"/>
                  </a:cubicBezTo>
                  <a:cubicBezTo>
                    <a:pt x="558" y="38"/>
                    <a:pt x="558" y="38"/>
                    <a:pt x="558" y="38"/>
                  </a:cubicBezTo>
                  <a:cubicBezTo>
                    <a:pt x="594" y="38"/>
                    <a:pt x="594" y="38"/>
                    <a:pt x="594" y="38"/>
                  </a:cubicBezTo>
                  <a:cubicBezTo>
                    <a:pt x="594" y="12"/>
                    <a:pt x="594" y="12"/>
                    <a:pt x="594" y="12"/>
                  </a:cubicBezTo>
                  <a:cubicBezTo>
                    <a:pt x="622" y="12"/>
                    <a:pt x="622" y="12"/>
                    <a:pt x="622" y="12"/>
                  </a:cubicBezTo>
                  <a:cubicBezTo>
                    <a:pt x="622" y="38"/>
                    <a:pt x="622" y="38"/>
                    <a:pt x="622" y="38"/>
                  </a:cubicBezTo>
                  <a:close/>
                  <a:moveTo>
                    <a:pt x="787" y="45"/>
                  </a:moveTo>
                  <a:cubicBezTo>
                    <a:pt x="787" y="73"/>
                    <a:pt x="768" y="89"/>
                    <a:pt x="738" y="89"/>
                  </a:cubicBezTo>
                  <a:cubicBezTo>
                    <a:pt x="718" y="89"/>
                    <a:pt x="718" y="89"/>
                    <a:pt x="718" y="89"/>
                  </a:cubicBezTo>
                  <a:cubicBezTo>
                    <a:pt x="718" y="132"/>
                    <a:pt x="718" y="132"/>
                    <a:pt x="718" y="132"/>
                  </a:cubicBezTo>
                  <a:cubicBezTo>
                    <a:pt x="689" y="132"/>
                    <a:pt x="689" y="132"/>
                    <a:pt x="689" y="132"/>
                  </a:cubicBezTo>
                  <a:cubicBezTo>
                    <a:pt x="689" y="0"/>
                    <a:pt x="689" y="0"/>
                    <a:pt x="689" y="0"/>
                  </a:cubicBezTo>
                  <a:cubicBezTo>
                    <a:pt x="738" y="0"/>
                    <a:pt x="738" y="0"/>
                    <a:pt x="738" y="0"/>
                  </a:cubicBezTo>
                  <a:cubicBezTo>
                    <a:pt x="768" y="0"/>
                    <a:pt x="787" y="16"/>
                    <a:pt x="787" y="45"/>
                  </a:cubicBezTo>
                  <a:close/>
                  <a:moveTo>
                    <a:pt x="736" y="65"/>
                  </a:moveTo>
                  <a:cubicBezTo>
                    <a:pt x="751" y="65"/>
                    <a:pt x="758" y="57"/>
                    <a:pt x="758" y="45"/>
                  </a:cubicBezTo>
                  <a:cubicBezTo>
                    <a:pt x="758" y="33"/>
                    <a:pt x="751" y="24"/>
                    <a:pt x="736" y="24"/>
                  </a:cubicBezTo>
                  <a:cubicBezTo>
                    <a:pt x="718" y="24"/>
                    <a:pt x="718" y="24"/>
                    <a:pt x="718" y="24"/>
                  </a:cubicBezTo>
                  <a:cubicBezTo>
                    <a:pt x="718" y="65"/>
                    <a:pt x="718" y="65"/>
                    <a:pt x="718" y="65"/>
                  </a:cubicBezTo>
                  <a:lnTo>
                    <a:pt x="736" y="65"/>
                  </a:lnTo>
                  <a:close/>
                  <a:moveTo>
                    <a:pt x="849" y="123"/>
                  </a:moveTo>
                  <a:cubicBezTo>
                    <a:pt x="843" y="130"/>
                    <a:pt x="834" y="134"/>
                    <a:pt x="824" y="134"/>
                  </a:cubicBezTo>
                  <a:cubicBezTo>
                    <a:pt x="806" y="134"/>
                    <a:pt x="791" y="122"/>
                    <a:pt x="791" y="103"/>
                  </a:cubicBezTo>
                  <a:cubicBezTo>
                    <a:pt x="791" y="84"/>
                    <a:pt x="806" y="72"/>
                    <a:pt x="827" y="72"/>
                  </a:cubicBezTo>
                  <a:cubicBezTo>
                    <a:pt x="834" y="72"/>
                    <a:pt x="841" y="73"/>
                    <a:pt x="848" y="75"/>
                  </a:cubicBezTo>
                  <a:cubicBezTo>
                    <a:pt x="848" y="73"/>
                    <a:pt x="848" y="73"/>
                    <a:pt x="848" y="73"/>
                  </a:cubicBezTo>
                  <a:cubicBezTo>
                    <a:pt x="848" y="63"/>
                    <a:pt x="842" y="59"/>
                    <a:pt x="827" y="59"/>
                  </a:cubicBezTo>
                  <a:cubicBezTo>
                    <a:pt x="818" y="59"/>
                    <a:pt x="809" y="62"/>
                    <a:pt x="801" y="66"/>
                  </a:cubicBezTo>
                  <a:cubicBezTo>
                    <a:pt x="800" y="66"/>
                    <a:pt x="800" y="66"/>
                    <a:pt x="800" y="66"/>
                  </a:cubicBezTo>
                  <a:cubicBezTo>
                    <a:pt x="800" y="44"/>
                    <a:pt x="800" y="44"/>
                    <a:pt x="800" y="44"/>
                  </a:cubicBezTo>
                  <a:cubicBezTo>
                    <a:pt x="807" y="40"/>
                    <a:pt x="820" y="36"/>
                    <a:pt x="832" y="36"/>
                  </a:cubicBezTo>
                  <a:cubicBezTo>
                    <a:pt x="860" y="36"/>
                    <a:pt x="876" y="49"/>
                    <a:pt x="876" y="73"/>
                  </a:cubicBezTo>
                  <a:cubicBezTo>
                    <a:pt x="876" y="132"/>
                    <a:pt x="876" y="132"/>
                    <a:pt x="876" y="132"/>
                  </a:cubicBezTo>
                  <a:cubicBezTo>
                    <a:pt x="849" y="132"/>
                    <a:pt x="849" y="132"/>
                    <a:pt x="849" y="132"/>
                  </a:cubicBezTo>
                  <a:cubicBezTo>
                    <a:pt x="849" y="123"/>
                    <a:pt x="849" y="123"/>
                    <a:pt x="849" y="123"/>
                  </a:cubicBezTo>
                  <a:close/>
                  <a:moveTo>
                    <a:pt x="848" y="102"/>
                  </a:moveTo>
                  <a:cubicBezTo>
                    <a:pt x="848" y="94"/>
                    <a:pt x="848" y="94"/>
                    <a:pt x="848" y="94"/>
                  </a:cubicBezTo>
                  <a:cubicBezTo>
                    <a:pt x="844" y="92"/>
                    <a:pt x="838" y="91"/>
                    <a:pt x="833" y="91"/>
                  </a:cubicBezTo>
                  <a:cubicBezTo>
                    <a:pt x="823" y="91"/>
                    <a:pt x="818" y="95"/>
                    <a:pt x="818" y="102"/>
                  </a:cubicBezTo>
                  <a:cubicBezTo>
                    <a:pt x="818" y="110"/>
                    <a:pt x="823" y="113"/>
                    <a:pt x="832" y="113"/>
                  </a:cubicBezTo>
                  <a:cubicBezTo>
                    <a:pt x="839" y="113"/>
                    <a:pt x="845" y="109"/>
                    <a:pt x="848" y="102"/>
                  </a:cubicBezTo>
                  <a:close/>
                  <a:moveTo>
                    <a:pt x="890" y="85"/>
                  </a:moveTo>
                  <a:cubicBezTo>
                    <a:pt x="890" y="55"/>
                    <a:pt x="911" y="36"/>
                    <a:pt x="939" y="36"/>
                  </a:cubicBezTo>
                  <a:cubicBezTo>
                    <a:pt x="949" y="36"/>
                    <a:pt x="958" y="38"/>
                    <a:pt x="965" y="43"/>
                  </a:cubicBezTo>
                  <a:cubicBezTo>
                    <a:pt x="965" y="67"/>
                    <a:pt x="965" y="67"/>
                    <a:pt x="965" y="67"/>
                  </a:cubicBezTo>
                  <a:cubicBezTo>
                    <a:pt x="964" y="67"/>
                    <a:pt x="964" y="67"/>
                    <a:pt x="964" y="67"/>
                  </a:cubicBezTo>
                  <a:cubicBezTo>
                    <a:pt x="958" y="62"/>
                    <a:pt x="951" y="60"/>
                    <a:pt x="943" y="60"/>
                  </a:cubicBezTo>
                  <a:cubicBezTo>
                    <a:pt x="929" y="60"/>
                    <a:pt x="918" y="69"/>
                    <a:pt x="918" y="85"/>
                  </a:cubicBezTo>
                  <a:cubicBezTo>
                    <a:pt x="918" y="101"/>
                    <a:pt x="929" y="110"/>
                    <a:pt x="943" y="110"/>
                  </a:cubicBezTo>
                  <a:cubicBezTo>
                    <a:pt x="951" y="110"/>
                    <a:pt x="958" y="108"/>
                    <a:pt x="964" y="103"/>
                  </a:cubicBezTo>
                  <a:cubicBezTo>
                    <a:pt x="965" y="103"/>
                    <a:pt x="965" y="103"/>
                    <a:pt x="965" y="103"/>
                  </a:cubicBezTo>
                  <a:cubicBezTo>
                    <a:pt x="965" y="127"/>
                    <a:pt x="965" y="127"/>
                    <a:pt x="965" y="127"/>
                  </a:cubicBezTo>
                  <a:cubicBezTo>
                    <a:pt x="958" y="132"/>
                    <a:pt x="949" y="134"/>
                    <a:pt x="939" y="134"/>
                  </a:cubicBezTo>
                  <a:cubicBezTo>
                    <a:pt x="911" y="134"/>
                    <a:pt x="890" y="115"/>
                    <a:pt x="890" y="85"/>
                  </a:cubicBezTo>
                  <a:close/>
                  <a:moveTo>
                    <a:pt x="1010" y="89"/>
                  </a:moveTo>
                  <a:cubicBezTo>
                    <a:pt x="1010" y="132"/>
                    <a:pt x="1010" y="132"/>
                    <a:pt x="1010" y="132"/>
                  </a:cubicBezTo>
                  <a:cubicBezTo>
                    <a:pt x="983" y="132"/>
                    <a:pt x="983" y="132"/>
                    <a:pt x="983" y="132"/>
                  </a:cubicBezTo>
                  <a:cubicBezTo>
                    <a:pt x="983" y="0"/>
                    <a:pt x="983" y="0"/>
                    <a:pt x="983" y="0"/>
                  </a:cubicBezTo>
                  <a:cubicBezTo>
                    <a:pt x="1010" y="0"/>
                    <a:pt x="1010" y="0"/>
                    <a:pt x="1010" y="0"/>
                  </a:cubicBezTo>
                  <a:cubicBezTo>
                    <a:pt x="1010" y="75"/>
                    <a:pt x="1010" y="75"/>
                    <a:pt x="1010" y="75"/>
                  </a:cubicBezTo>
                  <a:cubicBezTo>
                    <a:pt x="1039" y="38"/>
                    <a:pt x="1039" y="38"/>
                    <a:pt x="1039" y="38"/>
                  </a:cubicBezTo>
                  <a:cubicBezTo>
                    <a:pt x="1070" y="38"/>
                    <a:pt x="1070" y="38"/>
                    <a:pt x="1070" y="38"/>
                  </a:cubicBezTo>
                  <a:cubicBezTo>
                    <a:pt x="1070" y="39"/>
                    <a:pt x="1070" y="39"/>
                    <a:pt x="1070" y="39"/>
                  </a:cubicBezTo>
                  <a:cubicBezTo>
                    <a:pt x="1036" y="82"/>
                    <a:pt x="1036" y="82"/>
                    <a:pt x="1036" y="82"/>
                  </a:cubicBezTo>
                  <a:cubicBezTo>
                    <a:pt x="1070" y="131"/>
                    <a:pt x="1070" y="131"/>
                    <a:pt x="1070" y="131"/>
                  </a:cubicBezTo>
                  <a:cubicBezTo>
                    <a:pt x="1070" y="132"/>
                    <a:pt x="1070" y="132"/>
                    <a:pt x="1070" y="132"/>
                  </a:cubicBezTo>
                  <a:cubicBezTo>
                    <a:pt x="1038" y="132"/>
                    <a:pt x="1038" y="132"/>
                    <a:pt x="1038" y="132"/>
                  </a:cubicBezTo>
                  <a:lnTo>
                    <a:pt x="1010" y="89"/>
                  </a:lnTo>
                  <a:close/>
                  <a:moveTo>
                    <a:pt x="1133" y="123"/>
                  </a:moveTo>
                  <a:cubicBezTo>
                    <a:pt x="1127" y="130"/>
                    <a:pt x="1118" y="134"/>
                    <a:pt x="1108" y="134"/>
                  </a:cubicBezTo>
                  <a:cubicBezTo>
                    <a:pt x="1090" y="134"/>
                    <a:pt x="1075" y="122"/>
                    <a:pt x="1075" y="103"/>
                  </a:cubicBezTo>
                  <a:cubicBezTo>
                    <a:pt x="1075" y="84"/>
                    <a:pt x="1090" y="72"/>
                    <a:pt x="1112" y="72"/>
                  </a:cubicBezTo>
                  <a:cubicBezTo>
                    <a:pt x="1118" y="72"/>
                    <a:pt x="1125" y="73"/>
                    <a:pt x="1133" y="75"/>
                  </a:cubicBezTo>
                  <a:cubicBezTo>
                    <a:pt x="1133" y="73"/>
                    <a:pt x="1133" y="73"/>
                    <a:pt x="1133" y="73"/>
                  </a:cubicBezTo>
                  <a:cubicBezTo>
                    <a:pt x="1133" y="63"/>
                    <a:pt x="1127" y="59"/>
                    <a:pt x="1112" y="59"/>
                  </a:cubicBezTo>
                  <a:cubicBezTo>
                    <a:pt x="1102" y="59"/>
                    <a:pt x="1093" y="62"/>
                    <a:pt x="1086" y="66"/>
                  </a:cubicBezTo>
                  <a:cubicBezTo>
                    <a:pt x="1084" y="66"/>
                    <a:pt x="1084" y="66"/>
                    <a:pt x="1084" y="66"/>
                  </a:cubicBezTo>
                  <a:cubicBezTo>
                    <a:pt x="1084" y="44"/>
                    <a:pt x="1084" y="44"/>
                    <a:pt x="1084" y="44"/>
                  </a:cubicBezTo>
                  <a:cubicBezTo>
                    <a:pt x="1092" y="40"/>
                    <a:pt x="1104" y="36"/>
                    <a:pt x="1117" y="36"/>
                  </a:cubicBezTo>
                  <a:cubicBezTo>
                    <a:pt x="1145" y="36"/>
                    <a:pt x="1160" y="49"/>
                    <a:pt x="1160" y="73"/>
                  </a:cubicBezTo>
                  <a:cubicBezTo>
                    <a:pt x="1160" y="132"/>
                    <a:pt x="1160" y="132"/>
                    <a:pt x="1160" y="132"/>
                  </a:cubicBezTo>
                  <a:cubicBezTo>
                    <a:pt x="1133" y="132"/>
                    <a:pt x="1133" y="132"/>
                    <a:pt x="1133" y="132"/>
                  </a:cubicBezTo>
                  <a:cubicBezTo>
                    <a:pt x="1133" y="123"/>
                    <a:pt x="1133" y="123"/>
                    <a:pt x="1133" y="123"/>
                  </a:cubicBezTo>
                  <a:close/>
                  <a:moveTo>
                    <a:pt x="1133" y="102"/>
                  </a:moveTo>
                  <a:cubicBezTo>
                    <a:pt x="1133" y="94"/>
                    <a:pt x="1133" y="94"/>
                    <a:pt x="1133" y="94"/>
                  </a:cubicBezTo>
                  <a:cubicBezTo>
                    <a:pt x="1128" y="92"/>
                    <a:pt x="1123" y="91"/>
                    <a:pt x="1117" y="91"/>
                  </a:cubicBezTo>
                  <a:cubicBezTo>
                    <a:pt x="1108" y="91"/>
                    <a:pt x="1103" y="95"/>
                    <a:pt x="1103" y="102"/>
                  </a:cubicBezTo>
                  <a:cubicBezTo>
                    <a:pt x="1103" y="110"/>
                    <a:pt x="1108" y="113"/>
                    <a:pt x="1116" y="113"/>
                  </a:cubicBezTo>
                  <a:cubicBezTo>
                    <a:pt x="1124" y="113"/>
                    <a:pt x="1130" y="109"/>
                    <a:pt x="1133" y="102"/>
                  </a:cubicBezTo>
                  <a:close/>
                  <a:moveTo>
                    <a:pt x="1207" y="53"/>
                  </a:moveTo>
                  <a:cubicBezTo>
                    <a:pt x="1212" y="43"/>
                    <a:pt x="1220" y="37"/>
                    <a:pt x="1230" y="37"/>
                  </a:cubicBezTo>
                  <a:cubicBezTo>
                    <a:pt x="1234" y="37"/>
                    <a:pt x="1238" y="38"/>
                    <a:pt x="1239" y="39"/>
                  </a:cubicBezTo>
                  <a:cubicBezTo>
                    <a:pt x="1239" y="65"/>
                    <a:pt x="1239" y="65"/>
                    <a:pt x="1239" y="65"/>
                  </a:cubicBezTo>
                  <a:cubicBezTo>
                    <a:pt x="1238" y="65"/>
                    <a:pt x="1238" y="65"/>
                    <a:pt x="1238" y="65"/>
                  </a:cubicBezTo>
                  <a:cubicBezTo>
                    <a:pt x="1235" y="64"/>
                    <a:pt x="1231" y="63"/>
                    <a:pt x="1226" y="63"/>
                  </a:cubicBezTo>
                  <a:cubicBezTo>
                    <a:pt x="1217" y="63"/>
                    <a:pt x="1210" y="68"/>
                    <a:pt x="1208" y="78"/>
                  </a:cubicBezTo>
                  <a:cubicBezTo>
                    <a:pt x="1208" y="132"/>
                    <a:pt x="1208" y="132"/>
                    <a:pt x="1208" y="132"/>
                  </a:cubicBezTo>
                  <a:cubicBezTo>
                    <a:pt x="1180" y="132"/>
                    <a:pt x="1180" y="132"/>
                    <a:pt x="1180" y="132"/>
                  </a:cubicBezTo>
                  <a:cubicBezTo>
                    <a:pt x="1180" y="38"/>
                    <a:pt x="1180" y="38"/>
                    <a:pt x="1180" y="38"/>
                  </a:cubicBezTo>
                  <a:cubicBezTo>
                    <a:pt x="1207" y="38"/>
                    <a:pt x="1207" y="38"/>
                    <a:pt x="1207" y="38"/>
                  </a:cubicBezTo>
                  <a:cubicBezTo>
                    <a:pt x="1207" y="53"/>
                    <a:pt x="1207" y="53"/>
                    <a:pt x="1207" y="53"/>
                  </a:cubicBezTo>
                  <a:close/>
                  <a:moveTo>
                    <a:pt x="1314" y="122"/>
                  </a:moveTo>
                  <a:cubicBezTo>
                    <a:pt x="1308" y="130"/>
                    <a:pt x="1298" y="134"/>
                    <a:pt x="1286" y="134"/>
                  </a:cubicBezTo>
                  <a:cubicBezTo>
                    <a:pt x="1262" y="134"/>
                    <a:pt x="1246" y="112"/>
                    <a:pt x="1246" y="85"/>
                  </a:cubicBezTo>
                  <a:cubicBezTo>
                    <a:pt x="1246" y="58"/>
                    <a:pt x="1262" y="36"/>
                    <a:pt x="1286" y="36"/>
                  </a:cubicBezTo>
                  <a:cubicBezTo>
                    <a:pt x="1298" y="36"/>
                    <a:pt x="1307" y="40"/>
                    <a:pt x="1313" y="47"/>
                  </a:cubicBezTo>
                  <a:cubicBezTo>
                    <a:pt x="1313" y="0"/>
                    <a:pt x="1313" y="0"/>
                    <a:pt x="1313" y="0"/>
                  </a:cubicBezTo>
                  <a:cubicBezTo>
                    <a:pt x="1341" y="0"/>
                    <a:pt x="1341" y="0"/>
                    <a:pt x="1341" y="0"/>
                  </a:cubicBezTo>
                  <a:cubicBezTo>
                    <a:pt x="1341" y="132"/>
                    <a:pt x="1341" y="132"/>
                    <a:pt x="1341" y="132"/>
                  </a:cubicBezTo>
                  <a:cubicBezTo>
                    <a:pt x="1314" y="132"/>
                    <a:pt x="1314" y="132"/>
                    <a:pt x="1314" y="132"/>
                  </a:cubicBezTo>
                  <a:cubicBezTo>
                    <a:pt x="1314" y="122"/>
                    <a:pt x="1314" y="122"/>
                    <a:pt x="1314" y="122"/>
                  </a:cubicBezTo>
                  <a:close/>
                  <a:moveTo>
                    <a:pt x="1313" y="100"/>
                  </a:moveTo>
                  <a:cubicBezTo>
                    <a:pt x="1313" y="70"/>
                    <a:pt x="1313" y="70"/>
                    <a:pt x="1313" y="70"/>
                  </a:cubicBezTo>
                  <a:cubicBezTo>
                    <a:pt x="1308" y="63"/>
                    <a:pt x="1302" y="60"/>
                    <a:pt x="1295" y="60"/>
                  </a:cubicBezTo>
                  <a:cubicBezTo>
                    <a:pt x="1283" y="60"/>
                    <a:pt x="1275" y="69"/>
                    <a:pt x="1275" y="85"/>
                  </a:cubicBezTo>
                  <a:cubicBezTo>
                    <a:pt x="1275" y="101"/>
                    <a:pt x="1283" y="110"/>
                    <a:pt x="1295" y="110"/>
                  </a:cubicBezTo>
                  <a:cubicBezTo>
                    <a:pt x="1302" y="110"/>
                    <a:pt x="1308" y="107"/>
                    <a:pt x="1313" y="100"/>
                  </a:cubicBezTo>
                  <a:close/>
                  <a:moveTo>
                    <a:pt x="0" y="175"/>
                  </a:moveTo>
                  <a:cubicBezTo>
                    <a:pt x="81" y="175"/>
                    <a:pt x="81" y="175"/>
                    <a:pt x="81" y="175"/>
                  </a:cubicBezTo>
                  <a:cubicBezTo>
                    <a:pt x="81" y="191"/>
                    <a:pt x="81" y="191"/>
                    <a:pt x="81" y="191"/>
                  </a:cubicBezTo>
                  <a:cubicBezTo>
                    <a:pt x="18" y="191"/>
                    <a:pt x="18" y="191"/>
                    <a:pt x="18" y="191"/>
                  </a:cubicBezTo>
                  <a:cubicBezTo>
                    <a:pt x="18" y="231"/>
                    <a:pt x="18" y="231"/>
                    <a:pt x="18" y="231"/>
                  </a:cubicBezTo>
                  <a:cubicBezTo>
                    <a:pt x="75" y="231"/>
                    <a:pt x="75" y="231"/>
                    <a:pt x="75" y="231"/>
                  </a:cubicBezTo>
                  <a:cubicBezTo>
                    <a:pt x="75" y="247"/>
                    <a:pt x="75" y="247"/>
                    <a:pt x="75" y="247"/>
                  </a:cubicBezTo>
                  <a:cubicBezTo>
                    <a:pt x="18" y="247"/>
                    <a:pt x="18" y="247"/>
                    <a:pt x="18" y="247"/>
                  </a:cubicBezTo>
                  <a:cubicBezTo>
                    <a:pt x="18" y="291"/>
                    <a:pt x="18" y="291"/>
                    <a:pt x="18" y="291"/>
                  </a:cubicBezTo>
                  <a:cubicBezTo>
                    <a:pt x="81" y="291"/>
                    <a:pt x="81" y="291"/>
                    <a:pt x="81" y="291"/>
                  </a:cubicBezTo>
                  <a:cubicBezTo>
                    <a:pt x="81" y="307"/>
                    <a:pt x="81" y="307"/>
                    <a:pt x="81" y="307"/>
                  </a:cubicBezTo>
                  <a:cubicBezTo>
                    <a:pt x="0" y="307"/>
                    <a:pt x="0" y="307"/>
                    <a:pt x="0" y="307"/>
                  </a:cubicBezTo>
                  <a:lnTo>
                    <a:pt x="0" y="175"/>
                  </a:lnTo>
                  <a:close/>
                  <a:moveTo>
                    <a:pt x="149" y="212"/>
                  </a:moveTo>
                  <a:cubicBezTo>
                    <a:pt x="169" y="212"/>
                    <a:pt x="181" y="226"/>
                    <a:pt x="181" y="248"/>
                  </a:cubicBezTo>
                  <a:cubicBezTo>
                    <a:pt x="181" y="307"/>
                    <a:pt x="181" y="307"/>
                    <a:pt x="181" y="307"/>
                  </a:cubicBezTo>
                  <a:cubicBezTo>
                    <a:pt x="164" y="307"/>
                    <a:pt x="164" y="307"/>
                    <a:pt x="164" y="307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4" y="237"/>
                    <a:pt x="157" y="228"/>
                    <a:pt x="144" y="228"/>
                  </a:cubicBezTo>
                  <a:cubicBezTo>
                    <a:pt x="133" y="228"/>
                    <a:pt x="124" y="235"/>
                    <a:pt x="121" y="245"/>
                  </a:cubicBezTo>
                  <a:cubicBezTo>
                    <a:pt x="121" y="307"/>
                    <a:pt x="121" y="307"/>
                    <a:pt x="121" y="307"/>
                  </a:cubicBezTo>
                  <a:cubicBezTo>
                    <a:pt x="103" y="307"/>
                    <a:pt x="103" y="307"/>
                    <a:pt x="103" y="307"/>
                  </a:cubicBezTo>
                  <a:cubicBezTo>
                    <a:pt x="103" y="214"/>
                    <a:pt x="103" y="214"/>
                    <a:pt x="103" y="214"/>
                  </a:cubicBezTo>
                  <a:cubicBezTo>
                    <a:pt x="121" y="214"/>
                    <a:pt x="121" y="214"/>
                    <a:pt x="121" y="214"/>
                  </a:cubicBezTo>
                  <a:cubicBezTo>
                    <a:pt x="121" y="227"/>
                    <a:pt x="121" y="227"/>
                    <a:pt x="121" y="227"/>
                  </a:cubicBezTo>
                  <a:cubicBezTo>
                    <a:pt x="126" y="219"/>
                    <a:pt x="136" y="212"/>
                    <a:pt x="149" y="212"/>
                  </a:cubicBezTo>
                  <a:close/>
                  <a:moveTo>
                    <a:pt x="228" y="214"/>
                  </a:moveTo>
                  <a:cubicBezTo>
                    <a:pt x="252" y="214"/>
                    <a:pt x="252" y="214"/>
                    <a:pt x="252" y="214"/>
                  </a:cubicBezTo>
                  <a:cubicBezTo>
                    <a:pt x="252" y="229"/>
                    <a:pt x="252" y="229"/>
                    <a:pt x="252" y="229"/>
                  </a:cubicBezTo>
                  <a:cubicBezTo>
                    <a:pt x="228" y="229"/>
                    <a:pt x="228" y="229"/>
                    <a:pt x="228" y="229"/>
                  </a:cubicBezTo>
                  <a:cubicBezTo>
                    <a:pt x="228" y="279"/>
                    <a:pt x="228" y="279"/>
                    <a:pt x="228" y="279"/>
                  </a:cubicBezTo>
                  <a:cubicBezTo>
                    <a:pt x="228" y="289"/>
                    <a:pt x="234" y="293"/>
                    <a:pt x="243" y="293"/>
                  </a:cubicBezTo>
                  <a:cubicBezTo>
                    <a:pt x="246" y="293"/>
                    <a:pt x="249" y="293"/>
                    <a:pt x="251" y="292"/>
                  </a:cubicBezTo>
                  <a:cubicBezTo>
                    <a:pt x="252" y="292"/>
                    <a:pt x="252" y="292"/>
                    <a:pt x="252" y="292"/>
                  </a:cubicBezTo>
                  <a:cubicBezTo>
                    <a:pt x="252" y="307"/>
                    <a:pt x="252" y="307"/>
                    <a:pt x="252" y="307"/>
                  </a:cubicBezTo>
                  <a:cubicBezTo>
                    <a:pt x="249" y="308"/>
                    <a:pt x="246" y="309"/>
                    <a:pt x="241" y="309"/>
                  </a:cubicBezTo>
                  <a:cubicBezTo>
                    <a:pt x="219" y="309"/>
                    <a:pt x="211" y="299"/>
                    <a:pt x="211" y="281"/>
                  </a:cubicBezTo>
                  <a:cubicBezTo>
                    <a:pt x="211" y="229"/>
                    <a:pt x="211" y="229"/>
                    <a:pt x="211" y="229"/>
                  </a:cubicBezTo>
                  <a:cubicBezTo>
                    <a:pt x="195" y="229"/>
                    <a:pt x="195" y="229"/>
                    <a:pt x="195" y="229"/>
                  </a:cubicBezTo>
                  <a:cubicBezTo>
                    <a:pt x="195" y="214"/>
                    <a:pt x="195" y="214"/>
                    <a:pt x="195" y="214"/>
                  </a:cubicBezTo>
                  <a:cubicBezTo>
                    <a:pt x="211" y="214"/>
                    <a:pt x="211" y="214"/>
                    <a:pt x="211" y="214"/>
                  </a:cubicBezTo>
                  <a:cubicBezTo>
                    <a:pt x="211" y="189"/>
                    <a:pt x="211" y="189"/>
                    <a:pt x="211" y="189"/>
                  </a:cubicBezTo>
                  <a:cubicBezTo>
                    <a:pt x="228" y="189"/>
                    <a:pt x="228" y="189"/>
                    <a:pt x="228" y="189"/>
                  </a:cubicBezTo>
                  <a:lnTo>
                    <a:pt x="228" y="214"/>
                  </a:lnTo>
                  <a:close/>
                  <a:moveTo>
                    <a:pt x="309" y="309"/>
                  </a:moveTo>
                  <a:cubicBezTo>
                    <a:pt x="282" y="309"/>
                    <a:pt x="263" y="290"/>
                    <a:pt x="263" y="261"/>
                  </a:cubicBezTo>
                  <a:cubicBezTo>
                    <a:pt x="263" y="232"/>
                    <a:pt x="280" y="212"/>
                    <a:pt x="305" y="212"/>
                  </a:cubicBezTo>
                  <a:cubicBezTo>
                    <a:pt x="331" y="212"/>
                    <a:pt x="344" y="230"/>
                    <a:pt x="344" y="258"/>
                  </a:cubicBezTo>
                  <a:cubicBezTo>
                    <a:pt x="344" y="266"/>
                    <a:pt x="344" y="266"/>
                    <a:pt x="344" y="266"/>
                  </a:cubicBezTo>
                  <a:cubicBezTo>
                    <a:pt x="281" y="266"/>
                    <a:pt x="281" y="266"/>
                    <a:pt x="281" y="266"/>
                  </a:cubicBezTo>
                  <a:cubicBezTo>
                    <a:pt x="282" y="284"/>
                    <a:pt x="295" y="293"/>
                    <a:pt x="311" y="293"/>
                  </a:cubicBezTo>
                  <a:cubicBezTo>
                    <a:pt x="321" y="293"/>
                    <a:pt x="329" y="291"/>
                    <a:pt x="337" y="285"/>
                  </a:cubicBezTo>
                  <a:cubicBezTo>
                    <a:pt x="338" y="285"/>
                    <a:pt x="338" y="285"/>
                    <a:pt x="338" y="285"/>
                  </a:cubicBezTo>
                  <a:cubicBezTo>
                    <a:pt x="338" y="300"/>
                    <a:pt x="338" y="300"/>
                    <a:pt x="338" y="300"/>
                  </a:cubicBezTo>
                  <a:cubicBezTo>
                    <a:pt x="330" y="306"/>
                    <a:pt x="320" y="309"/>
                    <a:pt x="309" y="309"/>
                  </a:cubicBezTo>
                  <a:close/>
                  <a:moveTo>
                    <a:pt x="281" y="251"/>
                  </a:moveTo>
                  <a:cubicBezTo>
                    <a:pt x="327" y="251"/>
                    <a:pt x="327" y="251"/>
                    <a:pt x="327" y="251"/>
                  </a:cubicBezTo>
                  <a:cubicBezTo>
                    <a:pt x="327" y="237"/>
                    <a:pt x="320" y="227"/>
                    <a:pt x="306" y="227"/>
                  </a:cubicBezTo>
                  <a:cubicBezTo>
                    <a:pt x="292" y="227"/>
                    <a:pt x="284" y="237"/>
                    <a:pt x="281" y="251"/>
                  </a:cubicBezTo>
                  <a:close/>
                  <a:moveTo>
                    <a:pt x="382" y="228"/>
                  </a:moveTo>
                  <a:cubicBezTo>
                    <a:pt x="386" y="218"/>
                    <a:pt x="395" y="212"/>
                    <a:pt x="405" y="212"/>
                  </a:cubicBezTo>
                  <a:cubicBezTo>
                    <a:pt x="409" y="212"/>
                    <a:pt x="413" y="213"/>
                    <a:pt x="414" y="214"/>
                  </a:cubicBezTo>
                  <a:cubicBezTo>
                    <a:pt x="414" y="231"/>
                    <a:pt x="414" y="231"/>
                    <a:pt x="414" y="231"/>
                  </a:cubicBezTo>
                  <a:cubicBezTo>
                    <a:pt x="414" y="231"/>
                    <a:pt x="414" y="231"/>
                    <a:pt x="414" y="231"/>
                  </a:cubicBezTo>
                  <a:cubicBezTo>
                    <a:pt x="411" y="230"/>
                    <a:pt x="407" y="229"/>
                    <a:pt x="403" y="229"/>
                  </a:cubicBezTo>
                  <a:cubicBezTo>
                    <a:pt x="393" y="229"/>
                    <a:pt x="385" y="236"/>
                    <a:pt x="382" y="246"/>
                  </a:cubicBezTo>
                  <a:cubicBezTo>
                    <a:pt x="382" y="307"/>
                    <a:pt x="382" y="307"/>
                    <a:pt x="382" y="307"/>
                  </a:cubicBezTo>
                  <a:cubicBezTo>
                    <a:pt x="365" y="307"/>
                    <a:pt x="365" y="307"/>
                    <a:pt x="365" y="307"/>
                  </a:cubicBezTo>
                  <a:cubicBezTo>
                    <a:pt x="365" y="214"/>
                    <a:pt x="365" y="214"/>
                    <a:pt x="365" y="214"/>
                  </a:cubicBezTo>
                  <a:cubicBezTo>
                    <a:pt x="382" y="214"/>
                    <a:pt x="382" y="214"/>
                    <a:pt x="382" y="214"/>
                  </a:cubicBezTo>
                  <a:cubicBezTo>
                    <a:pt x="382" y="228"/>
                    <a:pt x="382" y="228"/>
                    <a:pt x="382" y="228"/>
                  </a:cubicBezTo>
                  <a:close/>
                  <a:moveTo>
                    <a:pt x="474" y="212"/>
                  </a:moveTo>
                  <a:cubicBezTo>
                    <a:pt x="502" y="212"/>
                    <a:pt x="516" y="235"/>
                    <a:pt x="516" y="260"/>
                  </a:cubicBezTo>
                  <a:cubicBezTo>
                    <a:pt x="516" y="286"/>
                    <a:pt x="502" y="309"/>
                    <a:pt x="474" y="309"/>
                  </a:cubicBezTo>
                  <a:cubicBezTo>
                    <a:pt x="463" y="309"/>
                    <a:pt x="453" y="303"/>
                    <a:pt x="448" y="296"/>
                  </a:cubicBezTo>
                  <a:cubicBezTo>
                    <a:pt x="448" y="342"/>
                    <a:pt x="448" y="342"/>
                    <a:pt x="448" y="342"/>
                  </a:cubicBezTo>
                  <a:cubicBezTo>
                    <a:pt x="430" y="342"/>
                    <a:pt x="430" y="342"/>
                    <a:pt x="430" y="342"/>
                  </a:cubicBezTo>
                  <a:cubicBezTo>
                    <a:pt x="430" y="214"/>
                    <a:pt x="430" y="214"/>
                    <a:pt x="430" y="214"/>
                  </a:cubicBezTo>
                  <a:cubicBezTo>
                    <a:pt x="448" y="214"/>
                    <a:pt x="448" y="214"/>
                    <a:pt x="448" y="214"/>
                  </a:cubicBezTo>
                  <a:cubicBezTo>
                    <a:pt x="448" y="224"/>
                    <a:pt x="448" y="224"/>
                    <a:pt x="448" y="224"/>
                  </a:cubicBezTo>
                  <a:cubicBezTo>
                    <a:pt x="453" y="218"/>
                    <a:pt x="463" y="212"/>
                    <a:pt x="474" y="212"/>
                  </a:cubicBezTo>
                  <a:close/>
                  <a:moveTo>
                    <a:pt x="471" y="293"/>
                  </a:moveTo>
                  <a:cubicBezTo>
                    <a:pt x="488" y="293"/>
                    <a:pt x="498" y="279"/>
                    <a:pt x="498" y="260"/>
                  </a:cubicBezTo>
                  <a:cubicBezTo>
                    <a:pt x="498" y="242"/>
                    <a:pt x="488" y="228"/>
                    <a:pt x="471" y="228"/>
                  </a:cubicBezTo>
                  <a:cubicBezTo>
                    <a:pt x="461" y="228"/>
                    <a:pt x="453" y="233"/>
                    <a:pt x="448" y="243"/>
                  </a:cubicBezTo>
                  <a:cubicBezTo>
                    <a:pt x="448" y="278"/>
                    <a:pt x="448" y="278"/>
                    <a:pt x="448" y="278"/>
                  </a:cubicBezTo>
                  <a:cubicBezTo>
                    <a:pt x="453" y="287"/>
                    <a:pt x="461" y="293"/>
                    <a:pt x="471" y="293"/>
                  </a:cubicBezTo>
                  <a:close/>
                  <a:moveTo>
                    <a:pt x="554" y="228"/>
                  </a:moveTo>
                  <a:cubicBezTo>
                    <a:pt x="558" y="218"/>
                    <a:pt x="567" y="212"/>
                    <a:pt x="577" y="212"/>
                  </a:cubicBezTo>
                  <a:cubicBezTo>
                    <a:pt x="581" y="212"/>
                    <a:pt x="585" y="213"/>
                    <a:pt x="587" y="214"/>
                  </a:cubicBezTo>
                  <a:cubicBezTo>
                    <a:pt x="587" y="231"/>
                    <a:pt x="587" y="231"/>
                    <a:pt x="587" y="231"/>
                  </a:cubicBezTo>
                  <a:cubicBezTo>
                    <a:pt x="586" y="231"/>
                    <a:pt x="586" y="231"/>
                    <a:pt x="586" y="231"/>
                  </a:cubicBezTo>
                  <a:cubicBezTo>
                    <a:pt x="583" y="230"/>
                    <a:pt x="579" y="229"/>
                    <a:pt x="575" y="229"/>
                  </a:cubicBezTo>
                  <a:cubicBezTo>
                    <a:pt x="565" y="229"/>
                    <a:pt x="557" y="236"/>
                    <a:pt x="554" y="246"/>
                  </a:cubicBezTo>
                  <a:cubicBezTo>
                    <a:pt x="554" y="307"/>
                    <a:pt x="554" y="307"/>
                    <a:pt x="554" y="307"/>
                  </a:cubicBezTo>
                  <a:cubicBezTo>
                    <a:pt x="537" y="307"/>
                    <a:pt x="537" y="307"/>
                    <a:pt x="537" y="307"/>
                  </a:cubicBezTo>
                  <a:cubicBezTo>
                    <a:pt x="537" y="214"/>
                    <a:pt x="537" y="214"/>
                    <a:pt x="537" y="214"/>
                  </a:cubicBezTo>
                  <a:cubicBezTo>
                    <a:pt x="554" y="214"/>
                    <a:pt x="554" y="214"/>
                    <a:pt x="554" y="214"/>
                  </a:cubicBezTo>
                  <a:cubicBezTo>
                    <a:pt x="554" y="228"/>
                    <a:pt x="554" y="228"/>
                    <a:pt x="554" y="228"/>
                  </a:cubicBezTo>
                  <a:close/>
                  <a:moveTo>
                    <a:pt x="612" y="176"/>
                  </a:moveTo>
                  <a:cubicBezTo>
                    <a:pt x="618" y="176"/>
                    <a:pt x="623" y="181"/>
                    <a:pt x="623" y="187"/>
                  </a:cubicBezTo>
                  <a:cubicBezTo>
                    <a:pt x="623" y="193"/>
                    <a:pt x="618" y="198"/>
                    <a:pt x="612" y="198"/>
                  </a:cubicBezTo>
                  <a:cubicBezTo>
                    <a:pt x="606" y="198"/>
                    <a:pt x="601" y="193"/>
                    <a:pt x="601" y="187"/>
                  </a:cubicBezTo>
                  <a:cubicBezTo>
                    <a:pt x="601" y="181"/>
                    <a:pt x="606" y="176"/>
                    <a:pt x="612" y="176"/>
                  </a:cubicBezTo>
                  <a:close/>
                  <a:moveTo>
                    <a:pt x="603" y="214"/>
                  </a:moveTo>
                  <a:cubicBezTo>
                    <a:pt x="621" y="214"/>
                    <a:pt x="621" y="214"/>
                    <a:pt x="621" y="214"/>
                  </a:cubicBezTo>
                  <a:cubicBezTo>
                    <a:pt x="621" y="307"/>
                    <a:pt x="621" y="307"/>
                    <a:pt x="621" y="307"/>
                  </a:cubicBezTo>
                  <a:cubicBezTo>
                    <a:pt x="603" y="307"/>
                    <a:pt x="603" y="307"/>
                    <a:pt x="603" y="307"/>
                  </a:cubicBezTo>
                  <a:lnTo>
                    <a:pt x="603" y="214"/>
                  </a:lnTo>
                  <a:close/>
                  <a:moveTo>
                    <a:pt x="683" y="252"/>
                  </a:moveTo>
                  <a:cubicBezTo>
                    <a:pt x="696" y="257"/>
                    <a:pt x="711" y="262"/>
                    <a:pt x="711" y="280"/>
                  </a:cubicBezTo>
                  <a:cubicBezTo>
                    <a:pt x="711" y="299"/>
                    <a:pt x="696" y="309"/>
                    <a:pt x="675" y="309"/>
                  </a:cubicBezTo>
                  <a:cubicBezTo>
                    <a:pt x="663" y="309"/>
                    <a:pt x="651" y="306"/>
                    <a:pt x="644" y="300"/>
                  </a:cubicBezTo>
                  <a:cubicBezTo>
                    <a:pt x="644" y="283"/>
                    <a:pt x="644" y="283"/>
                    <a:pt x="644" y="283"/>
                  </a:cubicBezTo>
                  <a:cubicBezTo>
                    <a:pt x="645" y="283"/>
                    <a:pt x="645" y="283"/>
                    <a:pt x="645" y="283"/>
                  </a:cubicBezTo>
                  <a:cubicBezTo>
                    <a:pt x="653" y="291"/>
                    <a:pt x="664" y="294"/>
                    <a:pt x="675" y="294"/>
                  </a:cubicBezTo>
                  <a:cubicBezTo>
                    <a:pt x="685" y="294"/>
                    <a:pt x="694" y="290"/>
                    <a:pt x="694" y="282"/>
                  </a:cubicBezTo>
                  <a:cubicBezTo>
                    <a:pt x="694" y="274"/>
                    <a:pt x="687" y="272"/>
                    <a:pt x="672" y="267"/>
                  </a:cubicBezTo>
                  <a:cubicBezTo>
                    <a:pt x="659" y="263"/>
                    <a:pt x="644" y="258"/>
                    <a:pt x="644" y="240"/>
                  </a:cubicBezTo>
                  <a:cubicBezTo>
                    <a:pt x="644" y="223"/>
                    <a:pt x="659" y="212"/>
                    <a:pt x="678" y="212"/>
                  </a:cubicBezTo>
                  <a:cubicBezTo>
                    <a:pt x="689" y="212"/>
                    <a:pt x="699" y="214"/>
                    <a:pt x="706" y="220"/>
                  </a:cubicBezTo>
                  <a:cubicBezTo>
                    <a:pt x="706" y="236"/>
                    <a:pt x="706" y="236"/>
                    <a:pt x="706" y="236"/>
                  </a:cubicBezTo>
                  <a:cubicBezTo>
                    <a:pt x="706" y="236"/>
                    <a:pt x="706" y="236"/>
                    <a:pt x="706" y="236"/>
                  </a:cubicBezTo>
                  <a:cubicBezTo>
                    <a:pt x="698" y="230"/>
                    <a:pt x="689" y="227"/>
                    <a:pt x="678" y="227"/>
                  </a:cubicBezTo>
                  <a:cubicBezTo>
                    <a:pt x="667" y="227"/>
                    <a:pt x="661" y="232"/>
                    <a:pt x="661" y="238"/>
                  </a:cubicBezTo>
                  <a:cubicBezTo>
                    <a:pt x="661" y="246"/>
                    <a:pt x="668" y="248"/>
                    <a:pt x="683" y="252"/>
                  </a:cubicBezTo>
                  <a:close/>
                  <a:moveTo>
                    <a:pt x="772" y="309"/>
                  </a:moveTo>
                  <a:cubicBezTo>
                    <a:pt x="745" y="309"/>
                    <a:pt x="726" y="290"/>
                    <a:pt x="726" y="261"/>
                  </a:cubicBezTo>
                  <a:cubicBezTo>
                    <a:pt x="726" y="232"/>
                    <a:pt x="744" y="212"/>
                    <a:pt x="769" y="212"/>
                  </a:cubicBezTo>
                  <a:cubicBezTo>
                    <a:pt x="794" y="212"/>
                    <a:pt x="807" y="230"/>
                    <a:pt x="807" y="258"/>
                  </a:cubicBezTo>
                  <a:cubicBezTo>
                    <a:pt x="807" y="266"/>
                    <a:pt x="807" y="266"/>
                    <a:pt x="807" y="266"/>
                  </a:cubicBezTo>
                  <a:cubicBezTo>
                    <a:pt x="744" y="266"/>
                    <a:pt x="744" y="266"/>
                    <a:pt x="744" y="266"/>
                  </a:cubicBezTo>
                  <a:cubicBezTo>
                    <a:pt x="746" y="284"/>
                    <a:pt x="758" y="293"/>
                    <a:pt x="774" y="293"/>
                  </a:cubicBezTo>
                  <a:cubicBezTo>
                    <a:pt x="785" y="293"/>
                    <a:pt x="792" y="291"/>
                    <a:pt x="800" y="285"/>
                  </a:cubicBezTo>
                  <a:cubicBezTo>
                    <a:pt x="801" y="285"/>
                    <a:pt x="801" y="285"/>
                    <a:pt x="801" y="285"/>
                  </a:cubicBezTo>
                  <a:cubicBezTo>
                    <a:pt x="801" y="300"/>
                    <a:pt x="801" y="300"/>
                    <a:pt x="801" y="300"/>
                  </a:cubicBezTo>
                  <a:cubicBezTo>
                    <a:pt x="793" y="306"/>
                    <a:pt x="783" y="309"/>
                    <a:pt x="772" y="309"/>
                  </a:cubicBezTo>
                  <a:close/>
                  <a:moveTo>
                    <a:pt x="744" y="251"/>
                  </a:moveTo>
                  <a:cubicBezTo>
                    <a:pt x="791" y="251"/>
                    <a:pt x="791" y="251"/>
                    <a:pt x="791" y="251"/>
                  </a:cubicBezTo>
                  <a:cubicBezTo>
                    <a:pt x="790" y="237"/>
                    <a:pt x="783" y="227"/>
                    <a:pt x="769" y="227"/>
                  </a:cubicBezTo>
                  <a:cubicBezTo>
                    <a:pt x="756" y="227"/>
                    <a:pt x="747" y="237"/>
                    <a:pt x="744" y="2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61163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29FE-D144-43A1-B829-1A3F0513DD4B}" type="datetime4">
              <a:rPr lang="en-US" smtClean="0"/>
              <a:t>August 21, 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| Confidential | Internal Use Only 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6F8AB-BCEA-4347-8BA6-BE776009BC8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9263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3200" y="519236"/>
            <a:ext cx="1219198" cy="5576764"/>
          </a:xfrm>
        </p:spPr>
        <p:txBody>
          <a:bodyPr vert="eaVer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519235"/>
            <a:ext cx="9677400" cy="55767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1402A-B2C1-42E8-9A70-4E8CD46CA06D}" type="datetime4">
              <a:rPr lang="en-US" smtClean="0"/>
              <a:t>August 21, 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| Confidential | Internal Use Only 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6F8AB-BCEA-4347-8BA6-BE776009BC8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0134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519236"/>
            <a:ext cx="10969943" cy="85236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24000"/>
            <a:ext cx="10969784" cy="45719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08012" y="437706"/>
            <a:ext cx="10972800" cy="18288"/>
          </a:xfrm>
          <a:prstGeom prst="rect">
            <a:avLst/>
          </a:prstGeom>
          <a:solidFill>
            <a:srgbClr val="01A982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8212" y="6426104"/>
            <a:ext cx="995578" cy="21031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ctr">
              <a:defRPr sz="700">
                <a:solidFill>
                  <a:schemeClr val="tx1"/>
                </a:solidFill>
              </a:defRPr>
            </a:lvl1pPr>
          </a:lstStyle>
          <a:p>
            <a:fld id="{2F7A8908-8F7D-4671-9CE7-F4C8C33CF3B7}" type="datetime4">
              <a:rPr lang="en-US" smtClean="0"/>
              <a:t>August 21, 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34200" y="6426104"/>
            <a:ext cx="4025198" cy="21031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Private | Confidential | Internal Use Only 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049000" y="6430868"/>
            <a:ext cx="533399" cy="2321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1600">
                <a:solidFill>
                  <a:schemeClr val="accent4"/>
                </a:solidFill>
              </a:defRPr>
            </a:lvl1pPr>
          </a:lstStyle>
          <a:p>
            <a:fld id="{B016F8AB-BCEA-4347-8BA6-BE776009BC89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610272" y="6248401"/>
            <a:ext cx="969471" cy="390524"/>
            <a:chOff x="3578225" y="1146175"/>
            <a:chExt cx="5038725" cy="2111375"/>
          </a:xfrm>
        </p:grpSpPr>
        <p:sp>
          <p:nvSpPr>
            <p:cNvPr id="9" name="Freeform 5"/>
            <p:cNvSpPr>
              <a:spLocks noEditPoints="1"/>
            </p:cNvSpPr>
            <p:nvPr/>
          </p:nvSpPr>
          <p:spPr bwMode="auto">
            <a:xfrm>
              <a:off x="3578225" y="1146175"/>
              <a:ext cx="1725613" cy="498475"/>
            </a:xfrm>
            <a:custGeom>
              <a:avLst/>
              <a:gdLst>
                <a:gd name="T0" fmla="*/ 0 w 1087"/>
                <a:gd name="T1" fmla="*/ 0 h 314"/>
                <a:gd name="T2" fmla="*/ 0 w 1087"/>
                <a:gd name="T3" fmla="*/ 314 h 314"/>
                <a:gd name="T4" fmla="*/ 0 w 1087"/>
                <a:gd name="T5" fmla="*/ 314 h 314"/>
                <a:gd name="T6" fmla="*/ 1087 w 1087"/>
                <a:gd name="T7" fmla="*/ 314 h 314"/>
                <a:gd name="T8" fmla="*/ 1087 w 1087"/>
                <a:gd name="T9" fmla="*/ 0 h 314"/>
                <a:gd name="T10" fmla="*/ 0 w 1087"/>
                <a:gd name="T11" fmla="*/ 0 h 314"/>
                <a:gd name="T12" fmla="*/ 1018 w 1087"/>
                <a:gd name="T13" fmla="*/ 245 h 314"/>
                <a:gd name="T14" fmla="*/ 69 w 1087"/>
                <a:gd name="T15" fmla="*/ 245 h 314"/>
                <a:gd name="T16" fmla="*/ 69 w 1087"/>
                <a:gd name="T17" fmla="*/ 69 h 314"/>
                <a:gd name="T18" fmla="*/ 1018 w 1087"/>
                <a:gd name="T19" fmla="*/ 69 h 314"/>
                <a:gd name="T20" fmla="*/ 1018 w 1087"/>
                <a:gd name="T21" fmla="*/ 245 h 314"/>
                <a:gd name="T22" fmla="*/ 1018 w 1087"/>
                <a:gd name="T23" fmla="*/ 245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87" h="314">
                  <a:moveTo>
                    <a:pt x="0" y="0"/>
                  </a:moveTo>
                  <a:lnTo>
                    <a:pt x="0" y="314"/>
                  </a:lnTo>
                  <a:lnTo>
                    <a:pt x="0" y="314"/>
                  </a:lnTo>
                  <a:lnTo>
                    <a:pt x="1087" y="314"/>
                  </a:lnTo>
                  <a:lnTo>
                    <a:pt x="1087" y="0"/>
                  </a:lnTo>
                  <a:lnTo>
                    <a:pt x="0" y="0"/>
                  </a:lnTo>
                  <a:close/>
                  <a:moveTo>
                    <a:pt x="1018" y="245"/>
                  </a:moveTo>
                  <a:lnTo>
                    <a:pt x="69" y="245"/>
                  </a:lnTo>
                  <a:lnTo>
                    <a:pt x="69" y="69"/>
                  </a:lnTo>
                  <a:lnTo>
                    <a:pt x="1018" y="69"/>
                  </a:lnTo>
                  <a:lnTo>
                    <a:pt x="1018" y="245"/>
                  </a:lnTo>
                  <a:lnTo>
                    <a:pt x="1018" y="245"/>
                  </a:lnTo>
                  <a:close/>
                </a:path>
              </a:pathLst>
            </a:custGeom>
            <a:solidFill>
              <a:srgbClr val="00B3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/>
            </a:p>
          </p:txBody>
        </p:sp>
        <p:sp>
          <p:nvSpPr>
            <p:cNvPr id="10" name="Freeform 6"/>
            <p:cNvSpPr>
              <a:spLocks noEditPoints="1"/>
            </p:cNvSpPr>
            <p:nvPr/>
          </p:nvSpPr>
          <p:spPr bwMode="auto">
            <a:xfrm>
              <a:off x="3578225" y="1968500"/>
              <a:ext cx="5038725" cy="1289050"/>
            </a:xfrm>
            <a:custGeom>
              <a:avLst/>
              <a:gdLst>
                <a:gd name="T0" fmla="*/ 80 w 1341"/>
                <a:gd name="T1" fmla="*/ 52 h 342"/>
                <a:gd name="T2" fmla="*/ 29 w 1341"/>
                <a:gd name="T3" fmla="*/ 77 h 342"/>
                <a:gd name="T4" fmla="*/ 212 w 1341"/>
                <a:gd name="T5" fmla="*/ 93 h 342"/>
                <a:gd name="T6" fmla="*/ 174 w 1341"/>
                <a:gd name="T7" fmla="*/ 134 h 342"/>
                <a:gd name="T8" fmla="*/ 272 w 1341"/>
                <a:gd name="T9" fmla="*/ 132 h 342"/>
                <a:gd name="T10" fmla="*/ 276 w 1341"/>
                <a:gd name="T11" fmla="*/ 38 h 342"/>
                <a:gd name="T12" fmla="*/ 327 w 1341"/>
                <a:gd name="T13" fmla="*/ 132 h 342"/>
                <a:gd name="T14" fmla="*/ 398 w 1341"/>
                <a:gd name="T15" fmla="*/ 0 h 342"/>
                <a:gd name="T16" fmla="*/ 402 w 1341"/>
                <a:gd name="T17" fmla="*/ 134 h 342"/>
                <a:gd name="T18" fmla="*/ 448 w 1341"/>
                <a:gd name="T19" fmla="*/ 93 h 342"/>
                <a:gd name="T20" fmla="*/ 448 w 1341"/>
                <a:gd name="T21" fmla="*/ 74 h 342"/>
                <a:gd name="T22" fmla="*/ 642 w 1341"/>
                <a:gd name="T23" fmla="*/ 60 h 342"/>
                <a:gd name="T24" fmla="*/ 642 w 1341"/>
                <a:gd name="T25" fmla="*/ 131 h 342"/>
                <a:gd name="T26" fmla="*/ 570 w 1341"/>
                <a:gd name="T27" fmla="*/ 111 h 342"/>
                <a:gd name="T28" fmla="*/ 530 w 1341"/>
                <a:gd name="T29" fmla="*/ 60 h 342"/>
                <a:gd name="T30" fmla="*/ 558 w 1341"/>
                <a:gd name="T31" fmla="*/ 38 h 342"/>
                <a:gd name="T32" fmla="*/ 738 w 1341"/>
                <a:gd name="T33" fmla="*/ 89 h 342"/>
                <a:gd name="T34" fmla="*/ 787 w 1341"/>
                <a:gd name="T35" fmla="*/ 45 h 342"/>
                <a:gd name="T36" fmla="*/ 736 w 1341"/>
                <a:gd name="T37" fmla="*/ 65 h 342"/>
                <a:gd name="T38" fmla="*/ 848 w 1341"/>
                <a:gd name="T39" fmla="*/ 73 h 342"/>
                <a:gd name="T40" fmla="*/ 876 w 1341"/>
                <a:gd name="T41" fmla="*/ 73 h 342"/>
                <a:gd name="T42" fmla="*/ 833 w 1341"/>
                <a:gd name="T43" fmla="*/ 91 h 342"/>
                <a:gd name="T44" fmla="*/ 965 w 1341"/>
                <a:gd name="T45" fmla="*/ 43 h 342"/>
                <a:gd name="T46" fmla="*/ 964 w 1341"/>
                <a:gd name="T47" fmla="*/ 103 h 342"/>
                <a:gd name="T48" fmla="*/ 1010 w 1341"/>
                <a:gd name="T49" fmla="*/ 132 h 342"/>
                <a:gd name="T50" fmla="*/ 1070 w 1341"/>
                <a:gd name="T51" fmla="*/ 38 h 342"/>
                <a:gd name="T52" fmla="*/ 1010 w 1341"/>
                <a:gd name="T53" fmla="*/ 89 h 342"/>
                <a:gd name="T54" fmla="*/ 1133 w 1341"/>
                <a:gd name="T55" fmla="*/ 73 h 342"/>
                <a:gd name="T56" fmla="*/ 1160 w 1341"/>
                <a:gd name="T57" fmla="*/ 73 h 342"/>
                <a:gd name="T58" fmla="*/ 1117 w 1341"/>
                <a:gd name="T59" fmla="*/ 91 h 342"/>
                <a:gd name="T60" fmla="*/ 1239 w 1341"/>
                <a:gd name="T61" fmla="*/ 39 h 342"/>
                <a:gd name="T62" fmla="*/ 1180 w 1341"/>
                <a:gd name="T63" fmla="*/ 132 h 342"/>
                <a:gd name="T64" fmla="*/ 1246 w 1341"/>
                <a:gd name="T65" fmla="*/ 85 h 342"/>
                <a:gd name="T66" fmla="*/ 1314 w 1341"/>
                <a:gd name="T67" fmla="*/ 132 h 342"/>
                <a:gd name="T68" fmla="*/ 1295 w 1341"/>
                <a:gd name="T69" fmla="*/ 110 h 342"/>
                <a:gd name="T70" fmla="*/ 18 w 1341"/>
                <a:gd name="T71" fmla="*/ 231 h 342"/>
                <a:gd name="T72" fmla="*/ 81 w 1341"/>
                <a:gd name="T73" fmla="*/ 307 h 342"/>
                <a:gd name="T74" fmla="*/ 164 w 1341"/>
                <a:gd name="T75" fmla="*/ 307 h 342"/>
                <a:gd name="T76" fmla="*/ 103 w 1341"/>
                <a:gd name="T77" fmla="*/ 214 h 342"/>
                <a:gd name="T78" fmla="*/ 252 w 1341"/>
                <a:gd name="T79" fmla="*/ 229 h 342"/>
                <a:gd name="T80" fmla="*/ 252 w 1341"/>
                <a:gd name="T81" fmla="*/ 307 h 342"/>
                <a:gd name="T82" fmla="*/ 211 w 1341"/>
                <a:gd name="T83" fmla="*/ 214 h 342"/>
                <a:gd name="T84" fmla="*/ 305 w 1341"/>
                <a:gd name="T85" fmla="*/ 212 h 342"/>
                <a:gd name="T86" fmla="*/ 338 w 1341"/>
                <a:gd name="T87" fmla="*/ 285 h 342"/>
                <a:gd name="T88" fmla="*/ 281 w 1341"/>
                <a:gd name="T89" fmla="*/ 251 h 342"/>
                <a:gd name="T90" fmla="*/ 403 w 1341"/>
                <a:gd name="T91" fmla="*/ 229 h 342"/>
                <a:gd name="T92" fmla="*/ 382 w 1341"/>
                <a:gd name="T93" fmla="*/ 228 h 342"/>
                <a:gd name="T94" fmla="*/ 430 w 1341"/>
                <a:gd name="T95" fmla="*/ 342 h 342"/>
                <a:gd name="T96" fmla="*/ 498 w 1341"/>
                <a:gd name="T97" fmla="*/ 260 h 342"/>
                <a:gd name="T98" fmla="*/ 577 w 1341"/>
                <a:gd name="T99" fmla="*/ 212 h 342"/>
                <a:gd name="T100" fmla="*/ 554 w 1341"/>
                <a:gd name="T101" fmla="*/ 307 h 342"/>
                <a:gd name="T102" fmla="*/ 623 w 1341"/>
                <a:gd name="T103" fmla="*/ 187 h 342"/>
                <a:gd name="T104" fmla="*/ 621 w 1341"/>
                <a:gd name="T105" fmla="*/ 307 h 342"/>
                <a:gd name="T106" fmla="*/ 644 w 1341"/>
                <a:gd name="T107" fmla="*/ 300 h 342"/>
                <a:gd name="T108" fmla="*/ 644 w 1341"/>
                <a:gd name="T109" fmla="*/ 240 h 342"/>
                <a:gd name="T110" fmla="*/ 661 w 1341"/>
                <a:gd name="T111" fmla="*/ 238 h 342"/>
                <a:gd name="T112" fmla="*/ 807 w 1341"/>
                <a:gd name="T113" fmla="*/ 266 h 342"/>
                <a:gd name="T114" fmla="*/ 772 w 1341"/>
                <a:gd name="T115" fmla="*/ 309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341" h="342">
                  <a:moveTo>
                    <a:pt x="29" y="132"/>
                  </a:moveTo>
                  <a:cubicBezTo>
                    <a:pt x="0" y="132"/>
                    <a:pt x="0" y="132"/>
                    <a:pt x="0" y="13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80" y="52"/>
                    <a:pt x="80" y="52"/>
                    <a:pt x="80" y="52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09" y="132"/>
                    <a:pt x="109" y="132"/>
                    <a:pt x="109" y="132"/>
                  </a:cubicBezTo>
                  <a:cubicBezTo>
                    <a:pt x="80" y="132"/>
                    <a:pt x="80" y="132"/>
                    <a:pt x="80" y="132"/>
                  </a:cubicBezTo>
                  <a:cubicBezTo>
                    <a:pt x="80" y="77"/>
                    <a:pt x="80" y="77"/>
                    <a:pt x="80" y="77"/>
                  </a:cubicBezTo>
                  <a:cubicBezTo>
                    <a:pt x="29" y="77"/>
                    <a:pt x="29" y="77"/>
                    <a:pt x="29" y="77"/>
                  </a:cubicBezTo>
                  <a:lnTo>
                    <a:pt x="29" y="132"/>
                  </a:lnTo>
                  <a:close/>
                  <a:moveTo>
                    <a:pt x="174" y="134"/>
                  </a:moveTo>
                  <a:cubicBezTo>
                    <a:pt x="145" y="134"/>
                    <a:pt x="125" y="116"/>
                    <a:pt x="125" y="85"/>
                  </a:cubicBezTo>
                  <a:cubicBezTo>
                    <a:pt x="125" y="56"/>
                    <a:pt x="144" y="36"/>
                    <a:pt x="170" y="36"/>
                  </a:cubicBezTo>
                  <a:cubicBezTo>
                    <a:pt x="198" y="36"/>
                    <a:pt x="212" y="55"/>
                    <a:pt x="212" y="83"/>
                  </a:cubicBezTo>
                  <a:cubicBezTo>
                    <a:pt x="212" y="93"/>
                    <a:pt x="212" y="93"/>
                    <a:pt x="212" y="93"/>
                  </a:cubicBezTo>
                  <a:cubicBezTo>
                    <a:pt x="152" y="93"/>
                    <a:pt x="152" y="93"/>
                    <a:pt x="152" y="93"/>
                  </a:cubicBezTo>
                  <a:cubicBezTo>
                    <a:pt x="155" y="108"/>
                    <a:pt x="167" y="112"/>
                    <a:pt x="178" y="112"/>
                  </a:cubicBezTo>
                  <a:cubicBezTo>
                    <a:pt x="188" y="112"/>
                    <a:pt x="195" y="110"/>
                    <a:pt x="204" y="104"/>
                  </a:cubicBezTo>
                  <a:cubicBezTo>
                    <a:pt x="205" y="104"/>
                    <a:pt x="205" y="104"/>
                    <a:pt x="205" y="104"/>
                  </a:cubicBezTo>
                  <a:cubicBezTo>
                    <a:pt x="205" y="126"/>
                    <a:pt x="205" y="126"/>
                    <a:pt x="205" y="126"/>
                  </a:cubicBezTo>
                  <a:cubicBezTo>
                    <a:pt x="198" y="131"/>
                    <a:pt x="187" y="134"/>
                    <a:pt x="174" y="134"/>
                  </a:cubicBezTo>
                  <a:close/>
                  <a:moveTo>
                    <a:pt x="152" y="74"/>
                  </a:moveTo>
                  <a:cubicBezTo>
                    <a:pt x="186" y="74"/>
                    <a:pt x="186" y="74"/>
                    <a:pt x="186" y="74"/>
                  </a:cubicBezTo>
                  <a:cubicBezTo>
                    <a:pt x="186" y="64"/>
                    <a:pt x="182" y="58"/>
                    <a:pt x="170" y="58"/>
                  </a:cubicBezTo>
                  <a:cubicBezTo>
                    <a:pt x="162" y="58"/>
                    <a:pt x="155" y="61"/>
                    <a:pt x="152" y="74"/>
                  </a:cubicBezTo>
                  <a:close/>
                  <a:moveTo>
                    <a:pt x="287" y="77"/>
                  </a:moveTo>
                  <a:cubicBezTo>
                    <a:pt x="272" y="132"/>
                    <a:pt x="272" y="132"/>
                    <a:pt x="272" y="132"/>
                  </a:cubicBezTo>
                  <a:cubicBezTo>
                    <a:pt x="247" y="132"/>
                    <a:pt x="247" y="132"/>
                    <a:pt x="247" y="132"/>
                  </a:cubicBezTo>
                  <a:cubicBezTo>
                    <a:pt x="218" y="39"/>
                    <a:pt x="218" y="39"/>
                    <a:pt x="218" y="39"/>
                  </a:cubicBezTo>
                  <a:cubicBezTo>
                    <a:pt x="218" y="38"/>
                    <a:pt x="218" y="38"/>
                    <a:pt x="218" y="38"/>
                  </a:cubicBezTo>
                  <a:cubicBezTo>
                    <a:pt x="246" y="38"/>
                    <a:pt x="246" y="38"/>
                    <a:pt x="246" y="38"/>
                  </a:cubicBezTo>
                  <a:cubicBezTo>
                    <a:pt x="261" y="93"/>
                    <a:pt x="261" y="93"/>
                    <a:pt x="261" y="93"/>
                  </a:cubicBezTo>
                  <a:cubicBezTo>
                    <a:pt x="276" y="38"/>
                    <a:pt x="276" y="38"/>
                    <a:pt x="276" y="38"/>
                  </a:cubicBezTo>
                  <a:cubicBezTo>
                    <a:pt x="298" y="38"/>
                    <a:pt x="298" y="38"/>
                    <a:pt x="298" y="38"/>
                  </a:cubicBezTo>
                  <a:cubicBezTo>
                    <a:pt x="313" y="93"/>
                    <a:pt x="313" y="93"/>
                    <a:pt x="313" y="93"/>
                  </a:cubicBezTo>
                  <a:cubicBezTo>
                    <a:pt x="329" y="38"/>
                    <a:pt x="329" y="38"/>
                    <a:pt x="329" y="38"/>
                  </a:cubicBezTo>
                  <a:cubicBezTo>
                    <a:pt x="355" y="38"/>
                    <a:pt x="355" y="38"/>
                    <a:pt x="355" y="38"/>
                  </a:cubicBezTo>
                  <a:cubicBezTo>
                    <a:pt x="355" y="39"/>
                    <a:pt x="355" y="39"/>
                    <a:pt x="355" y="39"/>
                  </a:cubicBezTo>
                  <a:cubicBezTo>
                    <a:pt x="327" y="132"/>
                    <a:pt x="327" y="132"/>
                    <a:pt x="327" y="132"/>
                  </a:cubicBezTo>
                  <a:cubicBezTo>
                    <a:pt x="302" y="132"/>
                    <a:pt x="302" y="132"/>
                    <a:pt x="302" y="132"/>
                  </a:cubicBezTo>
                  <a:lnTo>
                    <a:pt x="287" y="77"/>
                  </a:lnTo>
                  <a:close/>
                  <a:moveTo>
                    <a:pt x="402" y="134"/>
                  </a:moveTo>
                  <a:cubicBezTo>
                    <a:pt x="379" y="134"/>
                    <a:pt x="370" y="125"/>
                    <a:pt x="370" y="104"/>
                  </a:cubicBezTo>
                  <a:cubicBezTo>
                    <a:pt x="370" y="0"/>
                    <a:pt x="370" y="0"/>
                    <a:pt x="370" y="0"/>
                  </a:cubicBezTo>
                  <a:cubicBezTo>
                    <a:pt x="398" y="0"/>
                    <a:pt x="398" y="0"/>
                    <a:pt x="398" y="0"/>
                  </a:cubicBezTo>
                  <a:cubicBezTo>
                    <a:pt x="398" y="102"/>
                    <a:pt x="398" y="102"/>
                    <a:pt x="398" y="102"/>
                  </a:cubicBezTo>
                  <a:cubicBezTo>
                    <a:pt x="398" y="108"/>
                    <a:pt x="400" y="111"/>
                    <a:pt x="406" y="111"/>
                  </a:cubicBezTo>
                  <a:cubicBezTo>
                    <a:pt x="408" y="111"/>
                    <a:pt x="410" y="110"/>
                    <a:pt x="412" y="109"/>
                  </a:cubicBezTo>
                  <a:cubicBezTo>
                    <a:pt x="413" y="109"/>
                    <a:pt x="413" y="109"/>
                    <a:pt x="413" y="109"/>
                  </a:cubicBezTo>
                  <a:cubicBezTo>
                    <a:pt x="413" y="132"/>
                    <a:pt x="413" y="132"/>
                    <a:pt x="413" y="132"/>
                  </a:cubicBezTo>
                  <a:cubicBezTo>
                    <a:pt x="410" y="133"/>
                    <a:pt x="406" y="134"/>
                    <a:pt x="402" y="134"/>
                  </a:cubicBezTo>
                  <a:close/>
                  <a:moveTo>
                    <a:pt x="469" y="134"/>
                  </a:moveTo>
                  <a:cubicBezTo>
                    <a:pt x="440" y="134"/>
                    <a:pt x="420" y="116"/>
                    <a:pt x="420" y="85"/>
                  </a:cubicBezTo>
                  <a:cubicBezTo>
                    <a:pt x="420" y="56"/>
                    <a:pt x="440" y="36"/>
                    <a:pt x="465" y="36"/>
                  </a:cubicBezTo>
                  <a:cubicBezTo>
                    <a:pt x="494" y="36"/>
                    <a:pt x="507" y="55"/>
                    <a:pt x="507" y="83"/>
                  </a:cubicBezTo>
                  <a:cubicBezTo>
                    <a:pt x="507" y="93"/>
                    <a:pt x="507" y="93"/>
                    <a:pt x="507" y="93"/>
                  </a:cubicBezTo>
                  <a:cubicBezTo>
                    <a:pt x="448" y="93"/>
                    <a:pt x="448" y="93"/>
                    <a:pt x="448" y="93"/>
                  </a:cubicBezTo>
                  <a:cubicBezTo>
                    <a:pt x="451" y="108"/>
                    <a:pt x="462" y="112"/>
                    <a:pt x="474" y="112"/>
                  </a:cubicBezTo>
                  <a:cubicBezTo>
                    <a:pt x="484" y="112"/>
                    <a:pt x="491" y="110"/>
                    <a:pt x="500" y="104"/>
                  </a:cubicBezTo>
                  <a:cubicBezTo>
                    <a:pt x="501" y="104"/>
                    <a:pt x="501" y="104"/>
                    <a:pt x="501" y="104"/>
                  </a:cubicBezTo>
                  <a:cubicBezTo>
                    <a:pt x="501" y="126"/>
                    <a:pt x="501" y="126"/>
                    <a:pt x="501" y="126"/>
                  </a:cubicBezTo>
                  <a:cubicBezTo>
                    <a:pt x="493" y="131"/>
                    <a:pt x="482" y="134"/>
                    <a:pt x="469" y="134"/>
                  </a:cubicBezTo>
                  <a:close/>
                  <a:moveTo>
                    <a:pt x="448" y="74"/>
                  </a:moveTo>
                  <a:cubicBezTo>
                    <a:pt x="482" y="74"/>
                    <a:pt x="482" y="74"/>
                    <a:pt x="482" y="74"/>
                  </a:cubicBezTo>
                  <a:cubicBezTo>
                    <a:pt x="481" y="64"/>
                    <a:pt x="477" y="58"/>
                    <a:pt x="466" y="58"/>
                  </a:cubicBezTo>
                  <a:cubicBezTo>
                    <a:pt x="457" y="58"/>
                    <a:pt x="450" y="61"/>
                    <a:pt x="448" y="74"/>
                  </a:cubicBezTo>
                  <a:close/>
                  <a:moveTo>
                    <a:pt x="622" y="38"/>
                  </a:moveTo>
                  <a:cubicBezTo>
                    <a:pt x="642" y="38"/>
                    <a:pt x="642" y="38"/>
                    <a:pt x="642" y="38"/>
                  </a:cubicBezTo>
                  <a:cubicBezTo>
                    <a:pt x="642" y="60"/>
                    <a:pt x="642" y="60"/>
                    <a:pt x="642" y="60"/>
                  </a:cubicBezTo>
                  <a:cubicBezTo>
                    <a:pt x="622" y="60"/>
                    <a:pt x="622" y="60"/>
                    <a:pt x="622" y="60"/>
                  </a:cubicBezTo>
                  <a:cubicBezTo>
                    <a:pt x="622" y="99"/>
                    <a:pt x="622" y="99"/>
                    <a:pt x="622" y="99"/>
                  </a:cubicBezTo>
                  <a:cubicBezTo>
                    <a:pt x="622" y="107"/>
                    <a:pt x="625" y="111"/>
                    <a:pt x="633" y="111"/>
                  </a:cubicBezTo>
                  <a:cubicBezTo>
                    <a:pt x="636" y="111"/>
                    <a:pt x="639" y="110"/>
                    <a:pt x="642" y="109"/>
                  </a:cubicBezTo>
                  <a:cubicBezTo>
                    <a:pt x="642" y="109"/>
                    <a:pt x="642" y="109"/>
                    <a:pt x="642" y="109"/>
                  </a:cubicBezTo>
                  <a:cubicBezTo>
                    <a:pt x="642" y="131"/>
                    <a:pt x="642" y="131"/>
                    <a:pt x="642" y="131"/>
                  </a:cubicBezTo>
                  <a:cubicBezTo>
                    <a:pt x="639" y="132"/>
                    <a:pt x="633" y="134"/>
                    <a:pt x="625" y="134"/>
                  </a:cubicBezTo>
                  <a:cubicBezTo>
                    <a:pt x="603" y="134"/>
                    <a:pt x="594" y="124"/>
                    <a:pt x="594" y="100"/>
                  </a:cubicBezTo>
                  <a:cubicBezTo>
                    <a:pt x="594" y="60"/>
                    <a:pt x="594" y="60"/>
                    <a:pt x="594" y="60"/>
                  </a:cubicBezTo>
                  <a:cubicBezTo>
                    <a:pt x="558" y="60"/>
                    <a:pt x="558" y="60"/>
                    <a:pt x="558" y="60"/>
                  </a:cubicBezTo>
                  <a:cubicBezTo>
                    <a:pt x="558" y="99"/>
                    <a:pt x="558" y="99"/>
                    <a:pt x="558" y="99"/>
                  </a:cubicBezTo>
                  <a:cubicBezTo>
                    <a:pt x="558" y="107"/>
                    <a:pt x="561" y="111"/>
                    <a:pt x="570" y="111"/>
                  </a:cubicBezTo>
                  <a:cubicBezTo>
                    <a:pt x="572" y="111"/>
                    <a:pt x="575" y="110"/>
                    <a:pt x="578" y="109"/>
                  </a:cubicBezTo>
                  <a:cubicBezTo>
                    <a:pt x="579" y="109"/>
                    <a:pt x="579" y="109"/>
                    <a:pt x="579" y="109"/>
                  </a:cubicBezTo>
                  <a:cubicBezTo>
                    <a:pt x="579" y="131"/>
                    <a:pt x="579" y="131"/>
                    <a:pt x="579" y="131"/>
                  </a:cubicBezTo>
                  <a:cubicBezTo>
                    <a:pt x="575" y="132"/>
                    <a:pt x="570" y="134"/>
                    <a:pt x="562" y="134"/>
                  </a:cubicBezTo>
                  <a:cubicBezTo>
                    <a:pt x="539" y="134"/>
                    <a:pt x="530" y="124"/>
                    <a:pt x="530" y="100"/>
                  </a:cubicBezTo>
                  <a:cubicBezTo>
                    <a:pt x="530" y="60"/>
                    <a:pt x="530" y="60"/>
                    <a:pt x="530" y="60"/>
                  </a:cubicBezTo>
                  <a:cubicBezTo>
                    <a:pt x="516" y="60"/>
                    <a:pt x="516" y="60"/>
                    <a:pt x="516" y="60"/>
                  </a:cubicBezTo>
                  <a:cubicBezTo>
                    <a:pt x="516" y="38"/>
                    <a:pt x="516" y="38"/>
                    <a:pt x="516" y="38"/>
                  </a:cubicBezTo>
                  <a:cubicBezTo>
                    <a:pt x="530" y="38"/>
                    <a:pt x="530" y="38"/>
                    <a:pt x="530" y="38"/>
                  </a:cubicBezTo>
                  <a:cubicBezTo>
                    <a:pt x="530" y="12"/>
                    <a:pt x="530" y="12"/>
                    <a:pt x="530" y="12"/>
                  </a:cubicBezTo>
                  <a:cubicBezTo>
                    <a:pt x="558" y="12"/>
                    <a:pt x="558" y="12"/>
                    <a:pt x="558" y="12"/>
                  </a:cubicBezTo>
                  <a:cubicBezTo>
                    <a:pt x="558" y="38"/>
                    <a:pt x="558" y="38"/>
                    <a:pt x="558" y="38"/>
                  </a:cubicBezTo>
                  <a:cubicBezTo>
                    <a:pt x="594" y="38"/>
                    <a:pt x="594" y="38"/>
                    <a:pt x="594" y="38"/>
                  </a:cubicBezTo>
                  <a:cubicBezTo>
                    <a:pt x="594" y="12"/>
                    <a:pt x="594" y="12"/>
                    <a:pt x="594" y="12"/>
                  </a:cubicBezTo>
                  <a:cubicBezTo>
                    <a:pt x="622" y="12"/>
                    <a:pt x="622" y="12"/>
                    <a:pt x="622" y="12"/>
                  </a:cubicBezTo>
                  <a:cubicBezTo>
                    <a:pt x="622" y="38"/>
                    <a:pt x="622" y="38"/>
                    <a:pt x="622" y="38"/>
                  </a:cubicBezTo>
                  <a:close/>
                  <a:moveTo>
                    <a:pt x="787" y="45"/>
                  </a:moveTo>
                  <a:cubicBezTo>
                    <a:pt x="787" y="73"/>
                    <a:pt x="768" y="89"/>
                    <a:pt x="738" y="89"/>
                  </a:cubicBezTo>
                  <a:cubicBezTo>
                    <a:pt x="718" y="89"/>
                    <a:pt x="718" y="89"/>
                    <a:pt x="718" y="89"/>
                  </a:cubicBezTo>
                  <a:cubicBezTo>
                    <a:pt x="718" y="132"/>
                    <a:pt x="718" y="132"/>
                    <a:pt x="718" y="132"/>
                  </a:cubicBezTo>
                  <a:cubicBezTo>
                    <a:pt x="689" y="132"/>
                    <a:pt x="689" y="132"/>
                    <a:pt x="689" y="132"/>
                  </a:cubicBezTo>
                  <a:cubicBezTo>
                    <a:pt x="689" y="0"/>
                    <a:pt x="689" y="0"/>
                    <a:pt x="689" y="0"/>
                  </a:cubicBezTo>
                  <a:cubicBezTo>
                    <a:pt x="738" y="0"/>
                    <a:pt x="738" y="0"/>
                    <a:pt x="738" y="0"/>
                  </a:cubicBezTo>
                  <a:cubicBezTo>
                    <a:pt x="768" y="0"/>
                    <a:pt x="787" y="16"/>
                    <a:pt x="787" y="45"/>
                  </a:cubicBezTo>
                  <a:close/>
                  <a:moveTo>
                    <a:pt x="736" y="65"/>
                  </a:moveTo>
                  <a:cubicBezTo>
                    <a:pt x="751" y="65"/>
                    <a:pt x="758" y="57"/>
                    <a:pt x="758" y="45"/>
                  </a:cubicBezTo>
                  <a:cubicBezTo>
                    <a:pt x="758" y="33"/>
                    <a:pt x="751" y="24"/>
                    <a:pt x="736" y="24"/>
                  </a:cubicBezTo>
                  <a:cubicBezTo>
                    <a:pt x="718" y="24"/>
                    <a:pt x="718" y="24"/>
                    <a:pt x="718" y="24"/>
                  </a:cubicBezTo>
                  <a:cubicBezTo>
                    <a:pt x="718" y="65"/>
                    <a:pt x="718" y="65"/>
                    <a:pt x="718" y="65"/>
                  </a:cubicBezTo>
                  <a:lnTo>
                    <a:pt x="736" y="65"/>
                  </a:lnTo>
                  <a:close/>
                  <a:moveTo>
                    <a:pt x="849" y="123"/>
                  </a:moveTo>
                  <a:cubicBezTo>
                    <a:pt x="843" y="130"/>
                    <a:pt x="834" y="134"/>
                    <a:pt x="824" y="134"/>
                  </a:cubicBezTo>
                  <a:cubicBezTo>
                    <a:pt x="806" y="134"/>
                    <a:pt x="791" y="122"/>
                    <a:pt x="791" y="103"/>
                  </a:cubicBezTo>
                  <a:cubicBezTo>
                    <a:pt x="791" y="84"/>
                    <a:pt x="806" y="72"/>
                    <a:pt x="827" y="72"/>
                  </a:cubicBezTo>
                  <a:cubicBezTo>
                    <a:pt x="834" y="72"/>
                    <a:pt x="841" y="73"/>
                    <a:pt x="848" y="75"/>
                  </a:cubicBezTo>
                  <a:cubicBezTo>
                    <a:pt x="848" y="73"/>
                    <a:pt x="848" y="73"/>
                    <a:pt x="848" y="73"/>
                  </a:cubicBezTo>
                  <a:cubicBezTo>
                    <a:pt x="848" y="63"/>
                    <a:pt x="842" y="59"/>
                    <a:pt x="827" y="59"/>
                  </a:cubicBezTo>
                  <a:cubicBezTo>
                    <a:pt x="818" y="59"/>
                    <a:pt x="809" y="62"/>
                    <a:pt x="801" y="66"/>
                  </a:cubicBezTo>
                  <a:cubicBezTo>
                    <a:pt x="800" y="66"/>
                    <a:pt x="800" y="66"/>
                    <a:pt x="800" y="66"/>
                  </a:cubicBezTo>
                  <a:cubicBezTo>
                    <a:pt x="800" y="44"/>
                    <a:pt x="800" y="44"/>
                    <a:pt x="800" y="44"/>
                  </a:cubicBezTo>
                  <a:cubicBezTo>
                    <a:pt x="807" y="40"/>
                    <a:pt x="820" y="36"/>
                    <a:pt x="832" y="36"/>
                  </a:cubicBezTo>
                  <a:cubicBezTo>
                    <a:pt x="860" y="36"/>
                    <a:pt x="876" y="49"/>
                    <a:pt x="876" y="73"/>
                  </a:cubicBezTo>
                  <a:cubicBezTo>
                    <a:pt x="876" y="132"/>
                    <a:pt x="876" y="132"/>
                    <a:pt x="876" y="132"/>
                  </a:cubicBezTo>
                  <a:cubicBezTo>
                    <a:pt x="849" y="132"/>
                    <a:pt x="849" y="132"/>
                    <a:pt x="849" y="132"/>
                  </a:cubicBezTo>
                  <a:cubicBezTo>
                    <a:pt x="849" y="123"/>
                    <a:pt x="849" y="123"/>
                    <a:pt x="849" y="123"/>
                  </a:cubicBezTo>
                  <a:close/>
                  <a:moveTo>
                    <a:pt x="848" y="102"/>
                  </a:moveTo>
                  <a:cubicBezTo>
                    <a:pt x="848" y="94"/>
                    <a:pt x="848" y="94"/>
                    <a:pt x="848" y="94"/>
                  </a:cubicBezTo>
                  <a:cubicBezTo>
                    <a:pt x="844" y="92"/>
                    <a:pt x="838" y="91"/>
                    <a:pt x="833" y="91"/>
                  </a:cubicBezTo>
                  <a:cubicBezTo>
                    <a:pt x="823" y="91"/>
                    <a:pt x="818" y="95"/>
                    <a:pt x="818" y="102"/>
                  </a:cubicBezTo>
                  <a:cubicBezTo>
                    <a:pt x="818" y="110"/>
                    <a:pt x="823" y="113"/>
                    <a:pt x="832" y="113"/>
                  </a:cubicBezTo>
                  <a:cubicBezTo>
                    <a:pt x="839" y="113"/>
                    <a:pt x="845" y="109"/>
                    <a:pt x="848" y="102"/>
                  </a:cubicBezTo>
                  <a:close/>
                  <a:moveTo>
                    <a:pt x="890" y="85"/>
                  </a:moveTo>
                  <a:cubicBezTo>
                    <a:pt x="890" y="55"/>
                    <a:pt x="911" y="36"/>
                    <a:pt x="939" y="36"/>
                  </a:cubicBezTo>
                  <a:cubicBezTo>
                    <a:pt x="949" y="36"/>
                    <a:pt x="958" y="38"/>
                    <a:pt x="965" y="43"/>
                  </a:cubicBezTo>
                  <a:cubicBezTo>
                    <a:pt x="965" y="67"/>
                    <a:pt x="965" y="67"/>
                    <a:pt x="965" y="67"/>
                  </a:cubicBezTo>
                  <a:cubicBezTo>
                    <a:pt x="964" y="67"/>
                    <a:pt x="964" y="67"/>
                    <a:pt x="964" y="67"/>
                  </a:cubicBezTo>
                  <a:cubicBezTo>
                    <a:pt x="958" y="62"/>
                    <a:pt x="951" y="60"/>
                    <a:pt x="943" y="60"/>
                  </a:cubicBezTo>
                  <a:cubicBezTo>
                    <a:pt x="929" y="60"/>
                    <a:pt x="918" y="69"/>
                    <a:pt x="918" y="85"/>
                  </a:cubicBezTo>
                  <a:cubicBezTo>
                    <a:pt x="918" y="101"/>
                    <a:pt x="929" y="110"/>
                    <a:pt x="943" y="110"/>
                  </a:cubicBezTo>
                  <a:cubicBezTo>
                    <a:pt x="951" y="110"/>
                    <a:pt x="958" y="108"/>
                    <a:pt x="964" y="103"/>
                  </a:cubicBezTo>
                  <a:cubicBezTo>
                    <a:pt x="965" y="103"/>
                    <a:pt x="965" y="103"/>
                    <a:pt x="965" y="103"/>
                  </a:cubicBezTo>
                  <a:cubicBezTo>
                    <a:pt x="965" y="127"/>
                    <a:pt x="965" y="127"/>
                    <a:pt x="965" y="127"/>
                  </a:cubicBezTo>
                  <a:cubicBezTo>
                    <a:pt x="958" y="132"/>
                    <a:pt x="949" y="134"/>
                    <a:pt x="939" y="134"/>
                  </a:cubicBezTo>
                  <a:cubicBezTo>
                    <a:pt x="911" y="134"/>
                    <a:pt x="890" y="115"/>
                    <a:pt x="890" y="85"/>
                  </a:cubicBezTo>
                  <a:close/>
                  <a:moveTo>
                    <a:pt x="1010" y="89"/>
                  </a:moveTo>
                  <a:cubicBezTo>
                    <a:pt x="1010" y="132"/>
                    <a:pt x="1010" y="132"/>
                    <a:pt x="1010" y="132"/>
                  </a:cubicBezTo>
                  <a:cubicBezTo>
                    <a:pt x="983" y="132"/>
                    <a:pt x="983" y="132"/>
                    <a:pt x="983" y="132"/>
                  </a:cubicBezTo>
                  <a:cubicBezTo>
                    <a:pt x="983" y="0"/>
                    <a:pt x="983" y="0"/>
                    <a:pt x="983" y="0"/>
                  </a:cubicBezTo>
                  <a:cubicBezTo>
                    <a:pt x="1010" y="0"/>
                    <a:pt x="1010" y="0"/>
                    <a:pt x="1010" y="0"/>
                  </a:cubicBezTo>
                  <a:cubicBezTo>
                    <a:pt x="1010" y="75"/>
                    <a:pt x="1010" y="75"/>
                    <a:pt x="1010" y="75"/>
                  </a:cubicBezTo>
                  <a:cubicBezTo>
                    <a:pt x="1039" y="38"/>
                    <a:pt x="1039" y="38"/>
                    <a:pt x="1039" y="38"/>
                  </a:cubicBezTo>
                  <a:cubicBezTo>
                    <a:pt x="1070" y="38"/>
                    <a:pt x="1070" y="38"/>
                    <a:pt x="1070" y="38"/>
                  </a:cubicBezTo>
                  <a:cubicBezTo>
                    <a:pt x="1070" y="39"/>
                    <a:pt x="1070" y="39"/>
                    <a:pt x="1070" y="39"/>
                  </a:cubicBezTo>
                  <a:cubicBezTo>
                    <a:pt x="1036" y="82"/>
                    <a:pt x="1036" y="82"/>
                    <a:pt x="1036" y="82"/>
                  </a:cubicBezTo>
                  <a:cubicBezTo>
                    <a:pt x="1070" y="131"/>
                    <a:pt x="1070" y="131"/>
                    <a:pt x="1070" y="131"/>
                  </a:cubicBezTo>
                  <a:cubicBezTo>
                    <a:pt x="1070" y="132"/>
                    <a:pt x="1070" y="132"/>
                    <a:pt x="1070" y="132"/>
                  </a:cubicBezTo>
                  <a:cubicBezTo>
                    <a:pt x="1038" y="132"/>
                    <a:pt x="1038" y="132"/>
                    <a:pt x="1038" y="132"/>
                  </a:cubicBezTo>
                  <a:lnTo>
                    <a:pt x="1010" y="89"/>
                  </a:lnTo>
                  <a:close/>
                  <a:moveTo>
                    <a:pt x="1133" y="123"/>
                  </a:moveTo>
                  <a:cubicBezTo>
                    <a:pt x="1127" y="130"/>
                    <a:pt x="1118" y="134"/>
                    <a:pt x="1108" y="134"/>
                  </a:cubicBezTo>
                  <a:cubicBezTo>
                    <a:pt x="1090" y="134"/>
                    <a:pt x="1075" y="122"/>
                    <a:pt x="1075" y="103"/>
                  </a:cubicBezTo>
                  <a:cubicBezTo>
                    <a:pt x="1075" y="84"/>
                    <a:pt x="1090" y="72"/>
                    <a:pt x="1112" y="72"/>
                  </a:cubicBezTo>
                  <a:cubicBezTo>
                    <a:pt x="1118" y="72"/>
                    <a:pt x="1125" y="73"/>
                    <a:pt x="1133" y="75"/>
                  </a:cubicBezTo>
                  <a:cubicBezTo>
                    <a:pt x="1133" y="73"/>
                    <a:pt x="1133" y="73"/>
                    <a:pt x="1133" y="73"/>
                  </a:cubicBezTo>
                  <a:cubicBezTo>
                    <a:pt x="1133" y="63"/>
                    <a:pt x="1127" y="59"/>
                    <a:pt x="1112" y="59"/>
                  </a:cubicBezTo>
                  <a:cubicBezTo>
                    <a:pt x="1102" y="59"/>
                    <a:pt x="1093" y="62"/>
                    <a:pt x="1086" y="66"/>
                  </a:cubicBezTo>
                  <a:cubicBezTo>
                    <a:pt x="1084" y="66"/>
                    <a:pt x="1084" y="66"/>
                    <a:pt x="1084" y="66"/>
                  </a:cubicBezTo>
                  <a:cubicBezTo>
                    <a:pt x="1084" y="44"/>
                    <a:pt x="1084" y="44"/>
                    <a:pt x="1084" y="44"/>
                  </a:cubicBezTo>
                  <a:cubicBezTo>
                    <a:pt x="1092" y="40"/>
                    <a:pt x="1104" y="36"/>
                    <a:pt x="1117" y="36"/>
                  </a:cubicBezTo>
                  <a:cubicBezTo>
                    <a:pt x="1145" y="36"/>
                    <a:pt x="1160" y="49"/>
                    <a:pt x="1160" y="73"/>
                  </a:cubicBezTo>
                  <a:cubicBezTo>
                    <a:pt x="1160" y="132"/>
                    <a:pt x="1160" y="132"/>
                    <a:pt x="1160" y="132"/>
                  </a:cubicBezTo>
                  <a:cubicBezTo>
                    <a:pt x="1133" y="132"/>
                    <a:pt x="1133" y="132"/>
                    <a:pt x="1133" y="132"/>
                  </a:cubicBezTo>
                  <a:cubicBezTo>
                    <a:pt x="1133" y="123"/>
                    <a:pt x="1133" y="123"/>
                    <a:pt x="1133" y="123"/>
                  </a:cubicBezTo>
                  <a:close/>
                  <a:moveTo>
                    <a:pt x="1133" y="102"/>
                  </a:moveTo>
                  <a:cubicBezTo>
                    <a:pt x="1133" y="94"/>
                    <a:pt x="1133" y="94"/>
                    <a:pt x="1133" y="94"/>
                  </a:cubicBezTo>
                  <a:cubicBezTo>
                    <a:pt x="1128" y="92"/>
                    <a:pt x="1123" y="91"/>
                    <a:pt x="1117" y="91"/>
                  </a:cubicBezTo>
                  <a:cubicBezTo>
                    <a:pt x="1108" y="91"/>
                    <a:pt x="1103" y="95"/>
                    <a:pt x="1103" y="102"/>
                  </a:cubicBezTo>
                  <a:cubicBezTo>
                    <a:pt x="1103" y="110"/>
                    <a:pt x="1108" y="113"/>
                    <a:pt x="1116" y="113"/>
                  </a:cubicBezTo>
                  <a:cubicBezTo>
                    <a:pt x="1124" y="113"/>
                    <a:pt x="1130" y="109"/>
                    <a:pt x="1133" y="102"/>
                  </a:cubicBezTo>
                  <a:close/>
                  <a:moveTo>
                    <a:pt x="1207" y="53"/>
                  </a:moveTo>
                  <a:cubicBezTo>
                    <a:pt x="1212" y="43"/>
                    <a:pt x="1220" y="37"/>
                    <a:pt x="1230" y="37"/>
                  </a:cubicBezTo>
                  <a:cubicBezTo>
                    <a:pt x="1234" y="37"/>
                    <a:pt x="1238" y="38"/>
                    <a:pt x="1239" y="39"/>
                  </a:cubicBezTo>
                  <a:cubicBezTo>
                    <a:pt x="1239" y="65"/>
                    <a:pt x="1239" y="65"/>
                    <a:pt x="1239" y="65"/>
                  </a:cubicBezTo>
                  <a:cubicBezTo>
                    <a:pt x="1238" y="65"/>
                    <a:pt x="1238" y="65"/>
                    <a:pt x="1238" y="65"/>
                  </a:cubicBezTo>
                  <a:cubicBezTo>
                    <a:pt x="1235" y="64"/>
                    <a:pt x="1231" y="63"/>
                    <a:pt x="1226" y="63"/>
                  </a:cubicBezTo>
                  <a:cubicBezTo>
                    <a:pt x="1217" y="63"/>
                    <a:pt x="1210" y="68"/>
                    <a:pt x="1208" y="78"/>
                  </a:cubicBezTo>
                  <a:cubicBezTo>
                    <a:pt x="1208" y="132"/>
                    <a:pt x="1208" y="132"/>
                    <a:pt x="1208" y="132"/>
                  </a:cubicBezTo>
                  <a:cubicBezTo>
                    <a:pt x="1180" y="132"/>
                    <a:pt x="1180" y="132"/>
                    <a:pt x="1180" y="132"/>
                  </a:cubicBezTo>
                  <a:cubicBezTo>
                    <a:pt x="1180" y="38"/>
                    <a:pt x="1180" y="38"/>
                    <a:pt x="1180" y="38"/>
                  </a:cubicBezTo>
                  <a:cubicBezTo>
                    <a:pt x="1207" y="38"/>
                    <a:pt x="1207" y="38"/>
                    <a:pt x="1207" y="38"/>
                  </a:cubicBezTo>
                  <a:cubicBezTo>
                    <a:pt x="1207" y="53"/>
                    <a:pt x="1207" y="53"/>
                    <a:pt x="1207" y="53"/>
                  </a:cubicBezTo>
                  <a:close/>
                  <a:moveTo>
                    <a:pt x="1314" y="122"/>
                  </a:moveTo>
                  <a:cubicBezTo>
                    <a:pt x="1308" y="130"/>
                    <a:pt x="1298" y="134"/>
                    <a:pt x="1286" y="134"/>
                  </a:cubicBezTo>
                  <a:cubicBezTo>
                    <a:pt x="1262" y="134"/>
                    <a:pt x="1246" y="112"/>
                    <a:pt x="1246" y="85"/>
                  </a:cubicBezTo>
                  <a:cubicBezTo>
                    <a:pt x="1246" y="58"/>
                    <a:pt x="1262" y="36"/>
                    <a:pt x="1286" y="36"/>
                  </a:cubicBezTo>
                  <a:cubicBezTo>
                    <a:pt x="1298" y="36"/>
                    <a:pt x="1307" y="40"/>
                    <a:pt x="1313" y="47"/>
                  </a:cubicBezTo>
                  <a:cubicBezTo>
                    <a:pt x="1313" y="0"/>
                    <a:pt x="1313" y="0"/>
                    <a:pt x="1313" y="0"/>
                  </a:cubicBezTo>
                  <a:cubicBezTo>
                    <a:pt x="1341" y="0"/>
                    <a:pt x="1341" y="0"/>
                    <a:pt x="1341" y="0"/>
                  </a:cubicBezTo>
                  <a:cubicBezTo>
                    <a:pt x="1341" y="132"/>
                    <a:pt x="1341" y="132"/>
                    <a:pt x="1341" y="132"/>
                  </a:cubicBezTo>
                  <a:cubicBezTo>
                    <a:pt x="1314" y="132"/>
                    <a:pt x="1314" y="132"/>
                    <a:pt x="1314" y="132"/>
                  </a:cubicBezTo>
                  <a:cubicBezTo>
                    <a:pt x="1314" y="122"/>
                    <a:pt x="1314" y="122"/>
                    <a:pt x="1314" y="122"/>
                  </a:cubicBezTo>
                  <a:close/>
                  <a:moveTo>
                    <a:pt x="1313" y="100"/>
                  </a:moveTo>
                  <a:cubicBezTo>
                    <a:pt x="1313" y="70"/>
                    <a:pt x="1313" y="70"/>
                    <a:pt x="1313" y="70"/>
                  </a:cubicBezTo>
                  <a:cubicBezTo>
                    <a:pt x="1308" y="63"/>
                    <a:pt x="1302" y="60"/>
                    <a:pt x="1295" y="60"/>
                  </a:cubicBezTo>
                  <a:cubicBezTo>
                    <a:pt x="1283" y="60"/>
                    <a:pt x="1275" y="69"/>
                    <a:pt x="1275" y="85"/>
                  </a:cubicBezTo>
                  <a:cubicBezTo>
                    <a:pt x="1275" y="101"/>
                    <a:pt x="1283" y="110"/>
                    <a:pt x="1295" y="110"/>
                  </a:cubicBezTo>
                  <a:cubicBezTo>
                    <a:pt x="1302" y="110"/>
                    <a:pt x="1308" y="107"/>
                    <a:pt x="1313" y="100"/>
                  </a:cubicBezTo>
                  <a:close/>
                  <a:moveTo>
                    <a:pt x="0" y="175"/>
                  </a:moveTo>
                  <a:cubicBezTo>
                    <a:pt x="81" y="175"/>
                    <a:pt x="81" y="175"/>
                    <a:pt x="81" y="175"/>
                  </a:cubicBezTo>
                  <a:cubicBezTo>
                    <a:pt x="81" y="191"/>
                    <a:pt x="81" y="191"/>
                    <a:pt x="81" y="191"/>
                  </a:cubicBezTo>
                  <a:cubicBezTo>
                    <a:pt x="18" y="191"/>
                    <a:pt x="18" y="191"/>
                    <a:pt x="18" y="191"/>
                  </a:cubicBezTo>
                  <a:cubicBezTo>
                    <a:pt x="18" y="231"/>
                    <a:pt x="18" y="231"/>
                    <a:pt x="18" y="231"/>
                  </a:cubicBezTo>
                  <a:cubicBezTo>
                    <a:pt x="75" y="231"/>
                    <a:pt x="75" y="231"/>
                    <a:pt x="75" y="231"/>
                  </a:cubicBezTo>
                  <a:cubicBezTo>
                    <a:pt x="75" y="247"/>
                    <a:pt x="75" y="247"/>
                    <a:pt x="75" y="247"/>
                  </a:cubicBezTo>
                  <a:cubicBezTo>
                    <a:pt x="18" y="247"/>
                    <a:pt x="18" y="247"/>
                    <a:pt x="18" y="247"/>
                  </a:cubicBezTo>
                  <a:cubicBezTo>
                    <a:pt x="18" y="291"/>
                    <a:pt x="18" y="291"/>
                    <a:pt x="18" y="291"/>
                  </a:cubicBezTo>
                  <a:cubicBezTo>
                    <a:pt x="81" y="291"/>
                    <a:pt x="81" y="291"/>
                    <a:pt x="81" y="291"/>
                  </a:cubicBezTo>
                  <a:cubicBezTo>
                    <a:pt x="81" y="307"/>
                    <a:pt x="81" y="307"/>
                    <a:pt x="81" y="307"/>
                  </a:cubicBezTo>
                  <a:cubicBezTo>
                    <a:pt x="0" y="307"/>
                    <a:pt x="0" y="307"/>
                    <a:pt x="0" y="307"/>
                  </a:cubicBezTo>
                  <a:lnTo>
                    <a:pt x="0" y="175"/>
                  </a:lnTo>
                  <a:close/>
                  <a:moveTo>
                    <a:pt x="149" y="212"/>
                  </a:moveTo>
                  <a:cubicBezTo>
                    <a:pt x="169" y="212"/>
                    <a:pt x="181" y="226"/>
                    <a:pt x="181" y="248"/>
                  </a:cubicBezTo>
                  <a:cubicBezTo>
                    <a:pt x="181" y="307"/>
                    <a:pt x="181" y="307"/>
                    <a:pt x="181" y="307"/>
                  </a:cubicBezTo>
                  <a:cubicBezTo>
                    <a:pt x="164" y="307"/>
                    <a:pt x="164" y="307"/>
                    <a:pt x="164" y="307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4" y="237"/>
                    <a:pt x="157" y="228"/>
                    <a:pt x="144" y="228"/>
                  </a:cubicBezTo>
                  <a:cubicBezTo>
                    <a:pt x="133" y="228"/>
                    <a:pt x="124" y="235"/>
                    <a:pt x="121" y="245"/>
                  </a:cubicBezTo>
                  <a:cubicBezTo>
                    <a:pt x="121" y="307"/>
                    <a:pt x="121" y="307"/>
                    <a:pt x="121" y="307"/>
                  </a:cubicBezTo>
                  <a:cubicBezTo>
                    <a:pt x="103" y="307"/>
                    <a:pt x="103" y="307"/>
                    <a:pt x="103" y="307"/>
                  </a:cubicBezTo>
                  <a:cubicBezTo>
                    <a:pt x="103" y="214"/>
                    <a:pt x="103" y="214"/>
                    <a:pt x="103" y="214"/>
                  </a:cubicBezTo>
                  <a:cubicBezTo>
                    <a:pt x="121" y="214"/>
                    <a:pt x="121" y="214"/>
                    <a:pt x="121" y="214"/>
                  </a:cubicBezTo>
                  <a:cubicBezTo>
                    <a:pt x="121" y="227"/>
                    <a:pt x="121" y="227"/>
                    <a:pt x="121" y="227"/>
                  </a:cubicBezTo>
                  <a:cubicBezTo>
                    <a:pt x="126" y="219"/>
                    <a:pt x="136" y="212"/>
                    <a:pt x="149" y="212"/>
                  </a:cubicBezTo>
                  <a:close/>
                  <a:moveTo>
                    <a:pt x="228" y="214"/>
                  </a:moveTo>
                  <a:cubicBezTo>
                    <a:pt x="252" y="214"/>
                    <a:pt x="252" y="214"/>
                    <a:pt x="252" y="214"/>
                  </a:cubicBezTo>
                  <a:cubicBezTo>
                    <a:pt x="252" y="229"/>
                    <a:pt x="252" y="229"/>
                    <a:pt x="252" y="229"/>
                  </a:cubicBezTo>
                  <a:cubicBezTo>
                    <a:pt x="228" y="229"/>
                    <a:pt x="228" y="229"/>
                    <a:pt x="228" y="229"/>
                  </a:cubicBezTo>
                  <a:cubicBezTo>
                    <a:pt x="228" y="279"/>
                    <a:pt x="228" y="279"/>
                    <a:pt x="228" y="279"/>
                  </a:cubicBezTo>
                  <a:cubicBezTo>
                    <a:pt x="228" y="289"/>
                    <a:pt x="234" y="293"/>
                    <a:pt x="243" y="293"/>
                  </a:cubicBezTo>
                  <a:cubicBezTo>
                    <a:pt x="246" y="293"/>
                    <a:pt x="249" y="293"/>
                    <a:pt x="251" y="292"/>
                  </a:cubicBezTo>
                  <a:cubicBezTo>
                    <a:pt x="252" y="292"/>
                    <a:pt x="252" y="292"/>
                    <a:pt x="252" y="292"/>
                  </a:cubicBezTo>
                  <a:cubicBezTo>
                    <a:pt x="252" y="307"/>
                    <a:pt x="252" y="307"/>
                    <a:pt x="252" y="307"/>
                  </a:cubicBezTo>
                  <a:cubicBezTo>
                    <a:pt x="249" y="308"/>
                    <a:pt x="246" y="309"/>
                    <a:pt x="241" y="309"/>
                  </a:cubicBezTo>
                  <a:cubicBezTo>
                    <a:pt x="219" y="309"/>
                    <a:pt x="211" y="299"/>
                    <a:pt x="211" y="281"/>
                  </a:cubicBezTo>
                  <a:cubicBezTo>
                    <a:pt x="211" y="229"/>
                    <a:pt x="211" y="229"/>
                    <a:pt x="211" y="229"/>
                  </a:cubicBezTo>
                  <a:cubicBezTo>
                    <a:pt x="195" y="229"/>
                    <a:pt x="195" y="229"/>
                    <a:pt x="195" y="229"/>
                  </a:cubicBezTo>
                  <a:cubicBezTo>
                    <a:pt x="195" y="214"/>
                    <a:pt x="195" y="214"/>
                    <a:pt x="195" y="214"/>
                  </a:cubicBezTo>
                  <a:cubicBezTo>
                    <a:pt x="211" y="214"/>
                    <a:pt x="211" y="214"/>
                    <a:pt x="211" y="214"/>
                  </a:cubicBezTo>
                  <a:cubicBezTo>
                    <a:pt x="211" y="189"/>
                    <a:pt x="211" y="189"/>
                    <a:pt x="211" y="189"/>
                  </a:cubicBezTo>
                  <a:cubicBezTo>
                    <a:pt x="228" y="189"/>
                    <a:pt x="228" y="189"/>
                    <a:pt x="228" y="189"/>
                  </a:cubicBezTo>
                  <a:lnTo>
                    <a:pt x="228" y="214"/>
                  </a:lnTo>
                  <a:close/>
                  <a:moveTo>
                    <a:pt x="309" y="309"/>
                  </a:moveTo>
                  <a:cubicBezTo>
                    <a:pt x="282" y="309"/>
                    <a:pt x="263" y="290"/>
                    <a:pt x="263" y="261"/>
                  </a:cubicBezTo>
                  <a:cubicBezTo>
                    <a:pt x="263" y="232"/>
                    <a:pt x="280" y="212"/>
                    <a:pt x="305" y="212"/>
                  </a:cubicBezTo>
                  <a:cubicBezTo>
                    <a:pt x="331" y="212"/>
                    <a:pt x="344" y="230"/>
                    <a:pt x="344" y="258"/>
                  </a:cubicBezTo>
                  <a:cubicBezTo>
                    <a:pt x="344" y="266"/>
                    <a:pt x="344" y="266"/>
                    <a:pt x="344" y="266"/>
                  </a:cubicBezTo>
                  <a:cubicBezTo>
                    <a:pt x="281" y="266"/>
                    <a:pt x="281" y="266"/>
                    <a:pt x="281" y="266"/>
                  </a:cubicBezTo>
                  <a:cubicBezTo>
                    <a:pt x="282" y="284"/>
                    <a:pt x="295" y="293"/>
                    <a:pt x="311" y="293"/>
                  </a:cubicBezTo>
                  <a:cubicBezTo>
                    <a:pt x="321" y="293"/>
                    <a:pt x="329" y="291"/>
                    <a:pt x="337" y="285"/>
                  </a:cubicBezTo>
                  <a:cubicBezTo>
                    <a:pt x="338" y="285"/>
                    <a:pt x="338" y="285"/>
                    <a:pt x="338" y="285"/>
                  </a:cubicBezTo>
                  <a:cubicBezTo>
                    <a:pt x="338" y="300"/>
                    <a:pt x="338" y="300"/>
                    <a:pt x="338" y="300"/>
                  </a:cubicBezTo>
                  <a:cubicBezTo>
                    <a:pt x="330" y="306"/>
                    <a:pt x="320" y="309"/>
                    <a:pt x="309" y="309"/>
                  </a:cubicBezTo>
                  <a:close/>
                  <a:moveTo>
                    <a:pt x="281" y="251"/>
                  </a:moveTo>
                  <a:cubicBezTo>
                    <a:pt x="327" y="251"/>
                    <a:pt x="327" y="251"/>
                    <a:pt x="327" y="251"/>
                  </a:cubicBezTo>
                  <a:cubicBezTo>
                    <a:pt x="327" y="237"/>
                    <a:pt x="320" y="227"/>
                    <a:pt x="306" y="227"/>
                  </a:cubicBezTo>
                  <a:cubicBezTo>
                    <a:pt x="292" y="227"/>
                    <a:pt x="284" y="237"/>
                    <a:pt x="281" y="251"/>
                  </a:cubicBezTo>
                  <a:close/>
                  <a:moveTo>
                    <a:pt x="382" y="228"/>
                  </a:moveTo>
                  <a:cubicBezTo>
                    <a:pt x="386" y="218"/>
                    <a:pt x="395" y="212"/>
                    <a:pt x="405" y="212"/>
                  </a:cubicBezTo>
                  <a:cubicBezTo>
                    <a:pt x="409" y="212"/>
                    <a:pt x="413" y="213"/>
                    <a:pt x="414" y="214"/>
                  </a:cubicBezTo>
                  <a:cubicBezTo>
                    <a:pt x="414" y="231"/>
                    <a:pt x="414" y="231"/>
                    <a:pt x="414" y="231"/>
                  </a:cubicBezTo>
                  <a:cubicBezTo>
                    <a:pt x="414" y="231"/>
                    <a:pt x="414" y="231"/>
                    <a:pt x="414" y="231"/>
                  </a:cubicBezTo>
                  <a:cubicBezTo>
                    <a:pt x="411" y="230"/>
                    <a:pt x="407" y="229"/>
                    <a:pt x="403" y="229"/>
                  </a:cubicBezTo>
                  <a:cubicBezTo>
                    <a:pt x="393" y="229"/>
                    <a:pt x="385" y="236"/>
                    <a:pt x="382" y="246"/>
                  </a:cubicBezTo>
                  <a:cubicBezTo>
                    <a:pt x="382" y="307"/>
                    <a:pt x="382" y="307"/>
                    <a:pt x="382" y="307"/>
                  </a:cubicBezTo>
                  <a:cubicBezTo>
                    <a:pt x="365" y="307"/>
                    <a:pt x="365" y="307"/>
                    <a:pt x="365" y="307"/>
                  </a:cubicBezTo>
                  <a:cubicBezTo>
                    <a:pt x="365" y="214"/>
                    <a:pt x="365" y="214"/>
                    <a:pt x="365" y="214"/>
                  </a:cubicBezTo>
                  <a:cubicBezTo>
                    <a:pt x="382" y="214"/>
                    <a:pt x="382" y="214"/>
                    <a:pt x="382" y="214"/>
                  </a:cubicBezTo>
                  <a:cubicBezTo>
                    <a:pt x="382" y="228"/>
                    <a:pt x="382" y="228"/>
                    <a:pt x="382" y="228"/>
                  </a:cubicBezTo>
                  <a:close/>
                  <a:moveTo>
                    <a:pt x="474" y="212"/>
                  </a:moveTo>
                  <a:cubicBezTo>
                    <a:pt x="502" y="212"/>
                    <a:pt x="516" y="235"/>
                    <a:pt x="516" y="260"/>
                  </a:cubicBezTo>
                  <a:cubicBezTo>
                    <a:pt x="516" y="286"/>
                    <a:pt x="502" y="309"/>
                    <a:pt x="474" y="309"/>
                  </a:cubicBezTo>
                  <a:cubicBezTo>
                    <a:pt x="463" y="309"/>
                    <a:pt x="453" y="303"/>
                    <a:pt x="448" y="296"/>
                  </a:cubicBezTo>
                  <a:cubicBezTo>
                    <a:pt x="448" y="342"/>
                    <a:pt x="448" y="342"/>
                    <a:pt x="448" y="342"/>
                  </a:cubicBezTo>
                  <a:cubicBezTo>
                    <a:pt x="430" y="342"/>
                    <a:pt x="430" y="342"/>
                    <a:pt x="430" y="342"/>
                  </a:cubicBezTo>
                  <a:cubicBezTo>
                    <a:pt x="430" y="214"/>
                    <a:pt x="430" y="214"/>
                    <a:pt x="430" y="214"/>
                  </a:cubicBezTo>
                  <a:cubicBezTo>
                    <a:pt x="448" y="214"/>
                    <a:pt x="448" y="214"/>
                    <a:pt x="448" y="214"/>
                  </a:cubicBezTo>
                  <a:cubicBezTo>
                    <a:pt x="448" y="224"/>
                    <a:pt x="448" y="224"/>
                    <a:pt x="448" y="224"/>
                  </a:cubicBezTo>
                  <a:cubicBezTo>
                    <a:pt x="453" y="218"/>
                    <a:pt x="463" y="212"/>
                    <a:pt x="474" y="212"/>
                  </a:cubicBezTo>
                  <a:close/>
                  <a:moveTo>
                    <a:pt x="471" y="293"/>
                  </a:moveTo>
                  <a:cubicBezTo>
                    <a:pt x="488" y="293"/>
                    <a:pt x="498" y="279"/>
                    <a:pt x="498" y="260"/>
                  </a:cubicBezTo>
                  <a:cubicBezTo>
                    <a:pt x="498" y="242"/>
                    <a:pt x="488" y="228"/>
                    <a:pt x="471" y="228"/>
                  </a:cubicBezTo>
                  <a:cubicBezTo>
                    <a:pt x="461" y="228"/>
                    <a:pt x="453" y="233"/>
                    <a:pt x="448" y="243"/>
                  </a:cubicBezTo>
                  <a:cubicBezTo>
                    <a:pt x="448" y="278"/>
                    <a:pt x="448" y="278"/>
                    <a:pt x="448" y="278"/>
                  </a:cubicBezTo>
                  <a:cubicBezTo>
                    <a:pt x="453" y="287"/>
                    <a:pt x="461" y="293"/>
                    <a:pt x="471" y="293"/>
                  </a:cubicBezTo>
                  <a:close/>
                  <a:moveTo>
                    <a:pt x="554" y="228"/>
                  </a:moveTo>
                  <a:cubicBezTo>
                    <a:pt x="558" y="218"/>
                    <a:pt x="567" y="212"/>
                    <a:pt x="577" y="212"/>
                  </a:cubicBezTo>
                  <a:cubicBezTo>
                    <a:pt x="581" y="212"/>
                    <a:pt x="585" y="213"/>
                    <a:pt x="587" y="214"/>
                  </a:cubicBezTo>
                  <a:cubicBezTo>
                    <a:pt x="587" y="231"/>
                    <a:pt x="587" y="231"/>
                    <a:pt x="587" y="231"/>
                  </a:cubicBezTo>
                  <a:cubicBezTo>
                    <a:pt x="586" y="231"/>
                    <a:pt x="586" y="231"/>
                    <a:pt x="586" y="231"/>
                  </a:cubicBezTo>
                  <a:cubicBezTo>
                    <a:pt x="583" y="230"/>
                    <a:pt x="579" y="229"/>
                    <a:pt x="575" y="229"/>
                  </a:cubicBezTo>
                  <a:cubicBezTo>
                    <a:pt x="565" y="229"/>
                    <a:pt x="557" y="236"/>
                    <a:pt x="554" y="246"/>
                  </a:cubicBezTo>
                  <a:cubicBezTo>
                    <a:pt x="554" y="307"/>
                    <a:pt x="554" y="307"/>
                    <a:pt x="554" y="307"/>
                  </a:cubicBezTo>
                  <a:cubicBezTo>
                    <a:pt x="537" y="307"/>
                    <a:pt x="537" y="307"/>
                    <a:pt x="537" y="307"/>
                  </a:cubicBezTo>
                  <a:cubicBezTo>
                    <a:pt x="537" y="214"/>
                    <a:pt x="537" y="214"/>
                    <a:pt x="537" y="214"/>
                  </a:cubicBezTo>
                  <a:cubicBezTo>
                    <a:pt x="554" y="214"/>
                    <a:pt x="554" y="214"/>
                    <a:pt x="554" y="214"/>
                  </a:cubicBezTo>
                  <a:cubicBezTo>
                    <a:pt x="554" y="228"/>
                    <a:pt x="554" y="228"/>
                    <a:pt x="554" y="228"/>
                  </a:cubicBezTo>
                  <a:close/>
                  <a:moveTo>
                    <a:pt x="612" y="176"/>
                  </a:moveTo>
                  <a:cubicBezTo>
                    <a:pt x="618" y="176"/>
                    <a:pt x="623" y="181"/>
                    <a:pt x="623" y="187"/>
                  </a:cubicBezTo>
                  <a:cubicBezTo>
                    <a:pt x="623" y="193"/>
                    <a:pt x="618" y="198"/>
                    <a:pt x="612" y="198"/>
                  </a:cubicBezTo>
                  <a:cubicBezTo>
                    <a:pt x="606" y="198"/>
                    <a:pt x="601" y="193"/>
                    <a:pt x="601" y="187"/>
                  </a:cubicBezTo>
                  <a:cubicBezTo>
                    <a:pt x="601" y="181"/>
                    <a:pt x="606" y="176"/>
                    <a:pt x="612" y="176"/>
                  </a:cubicBezTo>
                  <a:close/>
                  <a:moveTo>
                    <a:pt x="603" y="214"/>
                  </a:moveTo>
                  <a:cubicBezTo>
                    <a:pt x="621" y="214"/>
                    <a:pt x="621" y="214"/>
                    <a:pt x="621" y="214"/>
                  </a:cubicBezTo>
                  <a:cubicBezTo>
                    <a:pt x="621" y="307"/>
                    <a:pt x="621" y="307"/>
                    <a:pt x="621" y="307"/>
                  </a:cubicBezTo>
                  <a:cubicBezTo>
                    <a:pt x="603" y="307"/>
                    <a:pt x="603" y="307"/>
                    <a:pt x="603" y="307"/>
                  </a:cubicBezTo>
                  <a:lnTo>
                    <a:pt x="603" y="214"/>
                  </a:lnTo>
                  <a:close/>
                  <a:moveTo>
                    <a:pt x="683" y="252"/>
                  </a:moveTo>
                  <a:cubicBezTo>
                    <a:pt x="696" y="257"/>
                    <a:pt x="711" y="262"/>
                    <a:pt x="711" y="280"/>
                  </a:cubicBezTo>
                  <a:cubicBezTo>
                    <a:pt x="711" y="299"/>
                    <a:pt x="696" y="309"/>
                    <a:pt x="675" y="309"/>
                  </a:cubicBezTo>
                  <a:cubicBezTo>
                    <a:pt x="663" y="309"/>
                    <a:pt x="651" y="306"/>
                    <a:pt x="644" y="300"/>
                  </a:cubicBezTo>
                  <a:cubicBezTo>
                    <a:pt x="644" y="283"/>
                    <a:pt x="644" y="283"/>
                    <a:pt x="644" y="283"/>
                  </a:cubicBezTo>
                  <a:cubicBezTo>
                    <a:pt x="645" y="283"/>
                    <a:pt x="645" y="283"/>
                    <a:pt x="645" y="283"/>
                  </a:cubicBezTo>
                  <a:cubicBezTo>
                    <a:pt x="653" y="291"/>
                    <a:pt x="664" y="294"/>
                    <a:pt x="675" y="294"/>
                  </a:cubicBezTo>
                  <a:cubicBezTo>
                    <a:pt x="685" y="294"/>
                    <a:pt x="694" y="290"/>
                    <a:pt x="694" y="282"/>
                  </a:cubicBezTo>
                  <a:cubicBezTo>
                    <a:pt x="694" y="274"/>
                    <a:pt x="687" y="272"/>
                    <a:pt x="672" y="267"/>
                  </a:cubicBezTo>
                  <a:cubicBezTo>
                    <a:pt x="659" y="263"/>
                    <a:pt x="644" y="258"/>
                    <a:pt x="644" y="240"/>
                  </a:cubicBezTo>
                  <a:cubicBezTo>
                    <a:pt x="644" y="223"/>
                    <a:pt x="659" y="212"/>
                    <a:pt x="678" y="212"/>
                  </a:cubicBezTo>
                  <a:cubicBezTo>
                    <a:pt x="689" y="212"/>
                    <a:pt x="699" y="214"/>
                    <a:pt x="706" y="220"/>
                  </a:cubicBezTo>
                  <a:cubicBezTo>
                    <a:pt x="706" y="236"/>
                    <a:pt x="706" y="236"/>
                    <a:pt x="706" y="236"/>
                  </a:cubicBezTo>
                  <a:cubicBezTo>
                    <a:pt x="706" y="236"/>
                    <a:pt x="706" y="236"/>
                    <a:pt x="706" y="236"/>
                  </a:cubicBezTo>
                  <a:cubicBezTo>
                    <a:pt x="698" y="230"/>
                    <a:pt x="689" y="227"/>
                    <a:pt x="678" y="227"/>
                  </a:cubicBezTo>
                  <a:cubicBezTo>
                    <a:pt x="667" y="227"/>
                    <a:pt x="661" y="232"/>
                    <a:pt x="661" y="238"/>
                  </a:cubicBezTo>
                  <a:cubicBezTo>
                    <a:pt x="661" y="246"/>
                    <a:pt x="668" y="248"/>
                    <a:pt x="683" y="252"/>
                  </a:cubicBezTo>
                  <a:close/>
                  <a:moveTo>
                    <a:pt x="772" y="309"/>
                  </a:moveTo>
                  <a:cubicBezTo>
                    <a:pt x="745" y="309"/>
                    <a:pt x="726" y="290"/>
                    <a:pt x="726" y="261"/>
                  </a:cubicBezTo>
                  <a:cubicBezTo>
                    <a:pt x="726" y="232"/>
                    <a:pt x="744" y="212"/>
                    <a:pt x="769" y="212"/>
                  </a:cubicBezTo>
                  <a:cubicBezTo>
                    <a:pt x="794" y="212"/>
                    <a:pt x="807" y="230"/>
                    <a:pt x="807" y="258"/>
                  </a:cubicBezTo>
                  <a:cubicBezTo>
                    <a:pt x="807" y="266"/>
                    <a:pt x="807" y="266"/>
                    <a:pt x="807" y="266"/>
                  </a:cubicBezTo>
                  <a:cubicBezTo>
                    <a:pt x="744" y="266"/>
                    <a:pt x="744" y="266"/>
                    <a:pt x="744" y="266"/>
                  </a:cubicBezTo>
                  <a:cubicBezTo>
                    <a:pt x="746" y="284"/>
                    <a:pt x="758" y="293"/>
                    <a:pt x="774" y="293"/>
                  </a:cubicBezTo>
                  <a:cubicBezTo>
                    <a:pt x="785" y="293"/>
                    <a:pt x="792" y="291"/>
                    <a:pt x="800" y="285"/>
                  </a:cubicBezTo>
                  <a:cubicBezTo>
                    <a:pt x="801" y="285"/>
                    <a:pt x="801" y="285"/>
                    <a:pt x="801" y="285"/>
                  </a:cubicBezTo>
                  <a:cubicBezTo>
                    <a:pt x="801" y="300"/>
                    <a:pt x="801" y="300"/>
                    <a:pt x="801" y="300"/>
                  </a:cubicBezTo>
                  <a:cubicBezTo>
                    <a:pt x="793" y="306"/>
                    <a:pt x="783" y="309"/>
                    <a:pt x="772" y="309"/>
                  </a:cubicBezTo>
                  <a:close/>
                  <a:moveTo>
                    <a:pt x="744" y="251"/>
                  </a:moveTo>
                  <a:cubicBezTo>
                    <a:pt x="791" y="251"/>
                    <a:pt x="791" y="251"/>
                    <a:pt x="791" y="251"/>
                  </a:cubicBezTo>
                  <a:cubicBezTo>
                    <a:pt x="790" y="237"/>
                    <a:pt x="783" y="227"/>
                    <a:pt x="769" y="227"/>
                  </a:cubicBezTo>
                  <a:cubicBezTo>
                    <a:pt x="756" y="227"/>
                    <a:pt x="747" y="237"/>
                    <a:pt x="744" y="2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683658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60" r:id="rId3"/>
    <p:sldLayoutId id="2147483651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50" r:id="rId12"/>
    <p:sldLayoutId id="2147483668" r:id="rId13"/>
    <p:sldLayoutId id="2147483669" r:id="rId14"/>
    <p:sldLayoutId id="2147483654" r:id="rId15"/>
    <p:sldLayoutId id="2147483679" r:id="rId16"/>
    <p:sldLayoutId id="2147483655" r:id="rId17"/>
    <p:sldLayoutId id="2147483652" r:id="rId18"/>
    <p:sldLayoutId id="2147483653" r:id="rId19"/>
    <p:sldLayoutId id="2147483670" r:id="rId20"/>
    <p:sldLayoutId id="2147483671" r:id="rId21"/>
    <p:sldLayoutId id="2147483672" r:id="rId22"/>
    <p:sldLayoutId id="2147483673" r:id="rId23"/>
    <p:sldLayoutId id="2147483656" r:id="rId24"/>
    <p:sldLayoutId id="2147483674" r:id="rId25"/>
    <p:sldLayoutId id="2147483657" r:id="rId26"/>
    <p:sldLayoutId id="2147483675" r:id="rId27"/>
    <p:sldLayoutId id="2147483676" r:id="rId28"/>
    <p:sldLayoutId id="2147483677" r:id="rId29"/>
    <p:sldLayoutId id="2147483678" r:id="rId30"/>
    <p:sldLayoutId id="2147483649" r:id="rId31"/>
    <p:sldLayoutId id="2147483658" r:id="rId32"/>
    <p:sldLayoutId id="2147483659" r:id="rId33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tx1"/>
        </a:buClr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8686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05156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84">
          <p15:clr>
            <a:srgbClr val="F26B43"/>
          </p15:clr>
        </p15:guide>
        <p15:guide id="4" pos="7296">
          <p15:clr>
            <a:srgbClr val="F26B43"/>
          </p15:clr>
        </p15:guide>
        <p15:guide id="5" orient="horz" pos="960" userDrawn="1">
          <p15:clr>
            <a:srgbClr val="F26B43"/>
          </p15:clr>
        </p15:guide>
        <p15:guide id="6" orient="horz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15.212.161.114:443/" TargetMode="Externa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888E8AB-0737-4790-A5A9-B2B8B20B5EDC}"/>
              </a:ext>
            </a:extLst>
          </p:cNvPr>
          <p:cNvSpPr txBox="1"/>
          <p:nvPr/>
        </p:nvSpPr>
        <p:spPr>
          <a:xfrm>
            <a:off x="381000" y="2895600"/>
            <a:ext cx="11277600" cy="35814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GB" sz="4800" b="1" dirty="0" err="1" smtClean="0">
                <a:latin typeface="Arial Black" panose="020B0A04020102020204" pitchFamily="34" charset="0"/>
              </a:rPr>
              <a:t>GitInsights</a:t>
            </a:r>
            <a:endParaRPr lang="en-GB" sz="4800" b="1" dirty="0">
              <a:latin typeface="Arial Black" panose="020B0A04020102020204" pitchFamily="34" charset="0"/>
            </a:endParaRPr>
          </a:p>
          <a:p>
            <a:pPr algn="ctr">
              <a:lnSpc>
                <a:spcPct val="90000"/>
              </a:lnSpc>
            </a:pPr>
            <a:endParaRPr lang="en-GB" sz="4800" b="1" dirty="0"/>
          </a:p>
          <a:p>
            <a:pPr algn="ctr">
              <a:lnSpc>
                <a:spcPct val="90000"/>
              </a:lnSpc>
            </a:pPr>
            <a:r>
              <a:rPr lang="en-US" sz="2800" b="1" dirty="0" smtClean="0">
                <a:solidFill>
                  <a:srgbClr val="01A9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Your guiding light towards better software design and architecture</a:t>
            </a:r>
            <a:endParaRPr lang="en-US" sz="2800" b="1" dirty="0">
              <a:solidFill>
                <a:srgbClr val="01A98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90000"/>
              </a:lnSpc>
            </a:pPr>
            <a:endParaRPr 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D5688C5-2806-4375-B4A4-6E507622DB60}"/>
              </a:ext>
            </a:extLst>
          </p:cNvPr>
          <p:cNvSpPr txBox="1"/>
          <p:nvPr/>
        </p:nvSpPr>
        <p:spPr>
          <a:xfrm>
            <a:off x="1562099" y="4953000"/>
            <a:ext cx="8915400" cy="1143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0000"/>
              </a:lnSpc>
            </a:pPr>
            <a:endParaRPr lang="en-US" b="1" dirty="0" smtClean="0"/>
          </a:p>
          <a:p>
            <a:pPr>
              <a:lnSpc>
                <a:spcPct val="90000"/>
              </a:lnSpc>
            </a:pPr>
            <a:r>
              <a:rPr lang="en-US" b="1" dirty="0" smtClean="0"/>
              <a:t>Rupesh Shantamurty</a:t>
            </a:r>
            <a:r>
              <a:rPr lang="en-US" b="1" dirty="0"/>
              <a:t>, Divya C </a:t>
            </a:r>
            <a:r>
              <a:rPr lang="en-US" b="1" dirty="0" smtClean="0"/>
              <a:t>Nambiar, Avinash </a:t>
            </a:r>
            <a:r>
              <a:rPr lang="en-US" b="1" dirty="0"/>
              <a:t>Upadhya, Vikrant Mah </a:t>
            </a:r>
            <a:r>
              <a:rPr lang="en-US" b="1" dirty="0" smtClean="0"/>
              <a:t>Dhimate</a:t>
            </a:r>
          </a:p>
          <a:p>
            <a:pPr>
              <a:lnSpc>
                <a:spcPct val="90000"/>
              </a:lnSpc>
            </a:pPr>
            <a:endParaRPr lang="en-US" b="1" dirty="0"/>
          </a:p>
          <a:p>
            <a:pPr>
              <a:lnSpc>
                <a:spcPct val="90000"/>
              </a:lnSpc>
            </a:pPr>
            <a:r>
              <a:rPr lang="en-US" dirty="0" smtClean="0"/>
              <a:t>August 21, </a:t>
            </a:r>
            <a:r>
              <a:rPr lang="en-US" dirty="0"/>
              <a:t>2019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1692" y="1995058"/>
            <a:ext cx="2716216" cy="432463"/>
          </a:xfrm>
          <a:prstGeom prst="rect">
            <a:avLst/>
          </a:prstGeom>
          <a:noFill/>
          <a:ln w="38100">
            <a:solidFill>
              <a:srgbClr val="01A9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4793414" y="2057400"/>
            <a:ext cx="2452771" cy="307777"/>
          </a:xfrm>
          <a:prstGeom prst="rect">
            <a:avLst/>
          </a:prstGeom>
          <a:noFill/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400" dirty="0" err="1" smtClean="0">
                <a:ln w="0">
                  <a:solidFill>
                    <a:schemeClr val="tx1"/>
                  </a:solidFill>
                </a:ln>
                <a:effectLst/>
                <a:latin typeface="Arial Narrow" panose="020B0606020202030204" pitchFamily="34" charset="0"/>
                <a:ea typeface="Calibri" panose="020F0502020204030204" pitchFamily="34" charset="0"/>
              </a:rPr>
              <a:t>OneView's</a:t>
            </a:r>
            <a:r>
              <a:rPr lang="en-US" sz="1400" dirty="0" smtClean="0">
                <a:ln w="0">
                  <a:solidFill>
                    <a:schemeClr val="tx1"/>
                  </a:solidFill>
                </a:ln>
                <a:effectLst/>
                <a:latin typeface="Arial Narrow" panose="020B0606020202030204" pitchFamily="34" charset="0"/>
                <a:ea typeface="Calibri" panose="020F0502020204030204" pitchFamily="34" charset="0"/>
              </a:rPr>
              <a:t> PI-09 Hackathon </a:t>
            </a:r>
            <a:endParaRPr lang="en-GB" sz="1400" dirty="0">
              <a:ln w="0">
                <a:solidFill>
                  <a:schemeClr val="tx1"/>
                </a:solidFill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8577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667000"/>
            <a:ext cx="8228011" cy="576263"/>
          </a:xfrm>
        </p:spPr>
        <p:txBody>
          <a:bodyPr/>
          <a:lstStyle/>
          <a:p>
            <a:r>
              <a:rPr lang="en-US" dirty="0" smtClean="0"/>
              <a:t>Overview and </a:t>
            </a:r>
            <a:r>
              <a:rPr lang="en-US" dirty="0" err="1" smtClean="0"/>
              <a:t>WorkFlow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6F8AB-BCEA-4347-8BA6-BE776009BC89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6081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Problems addressed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 you feel that the software that you work on should have been architected differently ?</a:t>
            </a:r>
          </a:p>
          <a:p>
            <a:r>
              <a:rPr lang="en-US" dirty="0" smtClean="0"/>
              <a:t>This should have been designed like this instead of the current design ?</a:t>
            </a:r>
          </a:p>
          <a:p>
            <a:r>
              <a:rPr lang="en-US" dirty="0" smtClean="0"/>
              <a:t>Which modules are the trouble makers in my software ?</a:t>
            </a:r>
          </a:p>
          <a:p>
            <a:r>
              <a:rPr lang="en-US" dirty="0"/>
              <a:t>Where should I start changing my software?</a:t>
            </a:r>
          </a:p>
          <a:p>
            <a:r>
              <a:rPr lang="en-US" dirty="0" smtClean="0"/>
              <a:t>Do I have enough justification to start making design level changes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6F8AB-BCEA-4347-8BA6-BE776009BC8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236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Solution - </a:t>
            </a:r>
            <a:r>
              <a:rPr lang="en-US" dirty="0" err="1" smtClean="0"/>
              <a:t>GitInsights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Analyzes the trends during software development</a:t>
            </a:r>
          </a:p>
          <a:p>
            <a:r>
              <a:rPr lang="en-US" dirty="0" smtClean="0"/>
              <a:t>Decision to redesign / re-architect can be taken based on certain trends like :</a:t>
            </a:r>
          </a:p>
          <a:p>
            <a:pPr lvl="1"/>
            <a:r>
              <a:rPr lang="en-US" dirty="0" smtClean="0"/>
              <a:t>Most modified modules ( if lines of code changed is more than double of lines of code in the module) </a:t>
            </a:r>
            <a:r>
              <a:rPr lang="en-US" dirty="0" smtClean="0">
                <a:sym typeface="Wingdings" panose="05000000000000000000" pitchFamily="2" charset="2"/>
              </a:rPr>
              <a:t> Demo target </a:t>
            </a:r>
            <a:r>
              <a:rPr lang="en-US" dirty="0" smtClean="0">
                <a:sym typeface="Wingdings" panose="05000000000000000000" pitchFamily="2" charset="2"/>
              </a:rPr>
              <a:t>we </a:t>
            </a:r>
            <a:r>
              <a:rPr lang="en-US" dirty="0" smtClean="0">
                <a:sym typeface="Wingdings" panose="05000000000000000000" pitchFamily="2" charset="2"/>
              </a:rPr>
              <a:t>generated a heat map of the modules modified</a:t>
            </a:r>
            <a:endParaRPr lang="en-US" dirty="0" smtClean="0"/>
          </a:p>
          <a:p>
            <a:pPr lvl="1"/>
            <a:r>
              <a:rPr lang="en-US" dirty="0" smtClean="0"/>
              <a:t>Most frequently changed modules</a:t>
            </a:r>
          </a:p>
          <a:p>
            <a:pPr lvl="1"/>
            <a:r>
              <a:rPr lang="en-US" dirty="0" smtClean="0"/>
              <a:t>Changes to a module requires changes to many other modules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dirty="0" smtClean="0"/>
              <a:t> loose / tight  coupling between modules</a:t>
            </a:r>
            <a:endParaRPr lang="en-US" dirty="0"/>
          </a:p>
          <a:p>
            <a:pPr lvl="1"/>
            <a:r>
              <a:rPr lang="en-US" dirty="0" smtClean="0"/>
              <a:t>More trends , yet to identify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6F8AB-BCEA-4347-8BA6-BE776009BC8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845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70EC204-D071-48CE-8A54-056DAD3B0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it will help?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1A3D227-D78D-4787-B957-3A6D94CDE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440" y="1142999"/>
            <a:ext cx="11277759" cy="552001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b="1" dirty="0" smtClean="0"/>
              <a:t> </a:t>
            </a:r>
            <a:r>
              <a:rPr lang="en-US" sz="2000" b="1" dirty="0" err="1" smtClean="0"/>
              <a:t>Git</a:t>
            </a:r>
            <a:r>
              <a:rPr lang="en-US" sz="2000" b="1" dirty="0" smtClean="0"/>
              <a:t> Insights will </a:t>
            </a:r>
            <a:r>
              <a:rPr lang="en-US" sz="2000" b="1" dirty="0"/>
              <a:t>extend </a:t>
            </a:r>
            <a:r>
              <a:rPr lang="en-US" sz="2000" b="1" dirty="0" err="1"/>
              <a:t>git</a:t>
            </a:r>
            <a:r>
              <a:rPr lang="en-US" sz="2000" b="1" dirty="0"/>
              <a:t>-stats </a:t>
            </a:r>
            <a:r>
              <a:rPr lang="en-US" sz="2000" b="1" dirty="0" smtClean="0"/>
              <a:t>with deeper </a:t>
            </a:r>
            <a:r>
              <a:rPr lang="en-US" sz="2000" b="1" dirty="0"/>
              <a:t>lever of </a:t>
            </a:r>
            <a:r>
              <a:rPr lang="en-US" sz="2000" b="1" dirty="0" smtClean="0"/>
              <a:t>analytics in addition to which it      </a:t>
            </a:r>
          </a:p>
          <a:p>
            <a:pPr marL="0" indent="0">
              <a:buNone/>
            </a:pPr>
            <a:r>
              <a:rPr lang="en-US" sz="2000" b="1" dirty="0"/>
              <a:t> </a:t>
            </a:r>
            <a:r>
              <a:rPr lang="en-US" sz="2000" b="1" dirty="0" smtClean="0"/>
              <a:t>     will have an interactive dashboard </a:t>
            </a:r>
          </a:p>
          <a:p>
            <a:pPr marL="0" indent="0">
              <a:buNone/>
            </a:pPr>
            <a:endParaRPr lang="en-US" sz="2000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 smtClean="0"/>
              <a:t>Help </a:t>
            </a:r>
            <a:r>
              <a:rPr lang="en-US" sz="1800" dirty="0"/>
              <a:t>to </a:t>
            </a:r>
            <a:r>
              <a:rPr lang="en-US" sz="1800" dirty="0" smtClean="0"/>
              <a:t>filter </a:t>
            </a:r>
            <a:r>
              <a:rPr lang="en-US" sz="1800" dirty="0"/>
              <a:t>specific commits between date range with the help </a:t>
            </a:r>
            <a:r>
              <a:rPr lang="en-US" sz="1800" dirty="0" smtClean="0"/>
              <a:t>of </a:t>
            </a:r>
            <a:r>
              <a:rPr lang="en-US" sz="1800" b="1" dirty="0" smtClean="0"/>
              <a:t>interactive </a:t>
            </a:r>
            <a:r>
              <a:rPr lang="en-US" sz="1800" b="1" dirty="0"/>
              <a:t>dashboard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/>
              <a:t>Help developers </a:t>
            </a:r>
            <a:r>
              <a:rPr lang="en-US" sz="1800" dirty="0" smtClean="0"/>
              <a:t>in </a:t>
            </a:r>
            <a:r>
              <a:rPr lang="en-US" sz="1800" b="1" dirty="0" smtClean="0"/>
              <a:t>project segregation and devolution</a:t>
            </a:r>
            <a:endParaRPr lang="en-US" sz="18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/>
              <a:t>Help developers be </a:t>
            </a:r>
            <a:r>
              <a:rPr lang="en-US" sz="1800" b="1" dirty="0"/>
              <a:t>more aware </a:t>
            </a:r>
            <a:r>
              <a:rPr lang="en-US" sz="1800" dirty="0"/>
              <a:t>of </a:t>
            </a:r>
            <a:r>
              <a:rPr lang="en-US" sz="1800" dirty="0" smtClean="0"/>
              <a:t>Number of classes, LoC and RM wise distribution of code base and commits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 smtClean="0"/>
              <a:t>Help developers to develop </a:t>
            </a:r>
            <a:r>
              <a:rPr lang="en-US" sz="1800" b="1" dirty="0" smtClean="0"/>
              <a:t>higher-quality and optimized code</a:t>
            </a:r>
          </a:p>
          <a:p>
            <a:pPr marL="228600" lvl="1" indent="0">
              <a:buNone/>
            </a:pPr>
            <a:endParaRPr lang="en-US" sz="1800" b="1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 smtClean="0"/>
              <a:t>  </a:t>
            </a:r>
            <a:r>
              <a:rPr lang="en-US" b="1" dirty="0" err="1" smtClean="0"/>
              <a:t>Git</a:t>
            </a:r>
            <a:r>
              <a:rPr lang="en-US" b="1" dirty="0" smtClean="0"/>
              <a:t>-stats</a:t>
            </a:r>
            <a:endParaRPr lang="en-US" b="1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/>
              <a:t> commit per day/month/year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/>
              <a:t> Top n authors by commit with LoC Details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/>
              <a:t> File count trend, LoC trend etc.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800" dirty="0" smtClean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0A170C3-3040-42A8-A7D0-D5C7610CF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6F8AB-BCEA-4347-8BA6-BE776009BC8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102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70EC204-D071-48CE-8A54-056DAD3B0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High Level Design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0A170C3-3040-42A8-A7D0-D5C7610CF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6F8AB-BCEA-4347-8BA6-BE776009BC8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DD34CC81-F749-4E9A-9B28-E743B2738235}"/>
              </a:ext>
            </a:extLst>
          </p:cNvPr>
          <p:cNvSpPr/>
          <p:nvPr/>
        </p:nvSpPr>
        <p:spPr bwMode="ltGray">
          <a:xfrm>
            <a:off x="7829283" y="3815048"/>
            <a:ext cx="1737360" cy="992256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bg1"/>
            </a:solidFill>
          </a:ln>
          <a:effectLst>
            <a:outerShdw blurRad="1016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91440" rIns="182880" bIns="91440" rtlCol="0" anchor="ctr" anchorCtr="0"/>
          <a:lstStyle/>
          <a:p>
            <a:r>
              <a:rPr lang="en-US" sz="1400" b="1" dirty="0" smtClean="0">
                <a:solidFill>
                  <a:schemeClr val="bg1">
                    <a:lumMod val="95000"/>
                  </a:schemeClr>
                </a:solidFill>
              </a:rPr>
              <a:t>  T        </a:t>
            </a:r>
          </a:p>
          <a:p>
            <a:r>
              <a:rPr lang="en-US" sz="1400" b="1" dirty="0" smtClean="0">
                <a:solidFill>
                  <a:schemeClr val="bg1">
                    <a:lumMod val="95000"/>
                  </a:schemeClr>
                </a:solidFill>
              </a:rPr>
              <a:t>N      Analytics       </a:t>
            </a:r>
          </a:p>
          <a:p>
            <a:r>
              <a:rPr lang="en-US" sz="1400" b="1" dirty="0" smtClean="0">
                <a:solidFill>
                  <a:schemeClr val="bg1">
                    <a:lumMod val="95000"/>
                  </a:schemeClr>
                </a:solidFill>
              </a:rPr>
              <a:t>         Engine</a:t>
            </a:r>
            <a:endParaRPr lang="en-US" sz="14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E1214966-8E8B-45E3-93A9-055BD71525EE}"/>
              </a:ext>
            </a:extLst>
          </p:cNvPr>
          <p:cNvSpPr/>
          <p:nvPr/>
        </p:nvSpPr>
        <p:spPr bwMode="ltGray">
          <a:xfrm>
            <a:off x="7829283" y="2619100"/>
            <a:ext cx="1737360" cy="996696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bg1"/>
            </a:solidFill>
          </a:ln>
          <a:effectLst>
            <a:outerShdw blurRad="1016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91440" rIns="182880" rtlCol="0" anchor="ctr"/>
          <a:lstStyle/>
          <a:p>
            <a:pPr algn="ctr">
              <a:lnSpc>
                <a:spcPct val="90000"/>
              </a:lnSpc>
            </a:pPr>
            <a:endParaRPr lang="en-US" sz="1400" b="1" dirty="0" smtClean="0">
              <a:solidFill>
                <a:schemeClr val="bg1">
                  <a:lumMod val="95000"/>
                </a:schemeClr>
              </a:solidFill>
            </a:endParaRPr>
          </a:p>
          <a:p>
            <a:pPr algn="ctr">
              <a:lnSpc>
                <a:spcPct val="90000"/>
              </a:lnSpc>
            </a:pPr>
            <a:endParaRPr lang="en-US" sz="1400" b="1" dirty="0">
              <a:solidFill>
                <a:schemeClr val="bg1">
                  <a:lumMod val="95000"/>
                </a:schemeClr>
              </a:solidFill>
            </a:endParaRPr>
          </a:p>
          <a:p>
            <a:pPr algn="ctr">
              <a:lnSpc>
                <a:spcPct val="90000"/>
              </a:lnSpc>
            </a:pPr>
            <a:r>
              <a:rPr lang="en-US" sz="1400" b="1" dirty="0" err="1" smtClean="0">
                <a:solidFill>
                  <a:schemeClr val="bg1">
                    <a:lumMod val="95000"/>
                  </a:schemeClr>
                </a:solidFill>
              </a:rPr>
              <a:t>Git</a:t>
            </a:r>
            <a:r>
              <a:rPr lang="en-US" sz="1400" b="1" dirty="0" smtClean="0">
                <a:solidFill>
                  <a:schemeClr val="bg1">
                    <a:lumMod val="95000"/>
                  </a:schemeClr>
                </a:solidFill>
              </a:rPr>
              <a:t> Operation Handler</a:t>
            </a:r>
            <a:endParaRPr lang="en-US" sz="1400" b="1" dirty="0">
              <a:solidFill>
                <a:schemeClr val="bg1">
                  <a:lumMod val="95000"/>
                </a:schemeClr>
              </a:solidFill>
            </a:endParaRPr>
          </a:p>
          <a:p>
            <a:pPr algn="ctr">
              <a:lnSpc>
                <a:spcPct val="90000"/>
              </a:lnSpc>
            </a:pPr>
            <a:endParaRPr lang="en-US" sz="1400" dirty="0">
              <a:solidFill>
                <a:srgbClr val="0070C0"/>
              </a:solidFill>
            </a:endParaRPr>
          </a:p>
          <a:p>
            <a:pPr algn="ctr">
              <a:lnSpc>
                <a:spcPct val="90000"/>
              </a:lnSpc>
            </a:pPr>
            <a:endParaRPr lang="en-US" sz="1400" b="1" dirty="0">
              <a:solidFill>
                <a:srgbClr val="00B0F0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108295C0-1D28-4BB3-B288-8B87A28505DD}"/>
              </a:ext>
            </a:extLst>
          </p:cNvPr>
          <p:cNvSpPr/>
          <p:nvPr/>
        </p:nvSpPr>
        <p:spPr bwMode="ltGray">
          <a:xfrm>
            <a:off x="5940931" y="3815047"/>
            <a:ext cx="1735055" cy="992257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bg1"/>
            </a:solidFill>
          </a:ln>
          <a:effectLst>
            <a:outerShdw blurRad="1016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91440" rIns="182880" bIns="91440" rtlCol="0" anchor="ctr" anchorCtr="0"/>
          <a:lstStyle/>
          <a:p>
            <a:pPr algn="ctr">
              <a:lnSpc>
                <a:spcPct val="90000"/>
              </a:lnSpc>
            </a:pPr>
            <a:endParaRPr lang="en-US" sz="1400" b="1" dirty="0">
              <a:solidFill>
                <a:schemeClr val="bg1">
                  <a:lumMod val="95000"/>
                </a:schemeClr>
              </a:solidFill>
            </a:endParaRPr>
          </a:p>
          <a:p>
            <a:pPr algn="ctr">
              <a:lnSpc>
                <a:spcPct val="90000"/>
              </a:lnSpc>
            </a:pPr>
            <a:r>
              <a:rPr lang="en-US" sz="1400" b="1" dirty="0" smtClean="0">
                <a:solidFill>
                  <a:schemeClr val="bg1">
                    <a:lumMod val="95000"/>
                  </a:schemeClr>
                </a:solidFill>
              </a:rPr>
              <a:t>Response Generator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0DD68F4D-E23A-423B-AF21-63DBEFEA1015}"/>
              </a:ext>
            </a:extLst>
          </p:cNvPr>
          <p:cNvSpPr/>
          <p:nvPr/>
        </p:nvSpPr>
        <p:spPr bwMode="ltGray">
          <a:xfrm>
            <a:off x="5940932" y="2619100"/>
            <a:ext cx="1735054" cy="996696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bg1"/>
            </a:solidFill>
          </a:ln>
          <a:effectLst>
            <a:outerShdw blurRad="1016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91440" rIns="182880" rtlCol="0" anchor="ctr"/>
          <a:lstStyle/>
          <a:p>
            <a:pPr algn="ctr">
              <a:lnSpc>
                <a:spcPct val="90000"/>
              </a:lnSpc>
            </a:pPr>
            <a:r>
              <a:rPr lang="en-US" sz="1400" b="1" dirty="0" smtClean="0">
                <a:solidFill>
                  <a:schemeClr val="bg1">
                    <a:lumMod val="95000"/>
                  </a:schemeClr>
                </a:solidFill>
              </a:rPr>
              <a:t>File System Handler</a:t>
            </a:r>
            <a:endParaRPr lang="en-US" sz="1550" dirty="0">
              <a:solidFill>
                <a:srgbClr val="0070C0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xmlns="" id="{21014AD7-8863-4294-A8E5-6AB1499628F4}"/>
              </a:ext>
            </a:extLst>
          </p:cNvPr>
          <p:cNvSpPr/>
          <p:nvPr/>
        </p:nvSpPr>
        <p:spPr bwMode="ltGray">
          <a:xfrm>
            <a:off x="7160133" y="3200400"/>
            <a:ext cx="1295400" cy="1219200"/>
          </a:xfrm>
          <a:prstGeom prst="ellipse">
            <a:avLst/>
          </a:prstGeom>
          <a:solidFill>
            <a:srgbClr val="01A982"/>
          </a:solidFill>
          <a:ln w="1270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1200" dirty="0" err="1" smtClean="0">
                <a:solidFill>
                  <a:schemeClr val="tx1"/>
                </a:solidFill>
              </a:rPr>
              <a:t>Git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</a:p>
          <a:p>
            <a:pPr algn="ctr">
              <a:lnSpc>
                <a:spcPct val="90000"/>
              </a:lnSpc>
            </a:pPr>
            <a:r>
              <a:rPr lang="en-US" sz="1200" dirty="0" smtClean="0">
                <a:solidFill>
                  <a:schemeClr val="tx1"/>
                </a:solidFill>
              </a:rPr>
              <a:t>Repository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7" name="Right Arrow 2">
            <a:extLst>
              <a:ext uri="{FF2B5EF4-FFF2-40B4-BE49-F238E27FC236}">
                <a16:creationId xmlns:a16="http://schemas.microsoft.com/office/drawing/2014/main" xmlns="" id="{2C571D67-BF95-4470-B73B-7C966337E605}"/>
              </a:ext>
            </a:extLst>
          </p:cNvPr>
          <p:cNvSpPr/>
          <p:nvPr/>
        </p:nvSpPr>
        <p:spPr bwMode="ltGray">
          <a:xfrm>
            <a:off x="3455881" y="2619100"/>
            <a:ext cx="2164020" cy="990600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accent6"/>
            </a:solidFill>
          </a:ln>
          <a:effectLst>
            <a:outerShdw blurRad="1016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GB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B7F166CB-E37C-4DAC-B1B7-4222CA490768}"/>
              </a:ext>
            </a:extLst>
          </p:cNvPr>
          <p:cNvSpPr txBox="1"/>
          <p:nvPr/>
        </p:nvSpPr>
        <p:spPr>
          <a:xfrm>
            <a:off x="3550803" y="2885800"/>
            <a:ext cx="1574783" cy="457200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400" b="1" dirty="0" smtClean="0"/>
              <a:t>User Interface</a:t>
            </a:r>
          </a:p>
          <a:p>
            <a:pPr algn="ctr">
              <a:lnSpc>
                <a:spcPct val="90000"/>
              </a:lnSpc>
            </a:pPr>
            <a:r>
              <a:rPr lang="en-US" sz="1400" b="1" dirty="0" smtClean="0"/>
              <a:t>(REST Based)</a:t>
            </a:r>
            <a:endParaRPr lang="en-GB" sz="1600" b="1" dirty="0"/>
          </a:p>
        </p:txBody>
      </p:sp>
      <p:sp>
        <p:nvSpPr>
          <p:cNvPr id="33" name="Right Arrow 15">
            <a:extLst>
              <a:ext uri="{FF2B5EF4-FFF2-40B4-BE49-F238E27FC236}">
                <a16:creationId xmlns:a16="http://schemas.microsoft.com/office/drawing/2014/main" xmlns="" id="{58A22A5C-506A-4ABF-821C-5B42F24277F2}"/>
              </a:ext>
            </a:extLst>
          </p:cNvPr>
          <p:cNvSpPr/>
          <p:nvPr/>
        </p:nvSpPr>
        <p:spPr bwMode="ltGray">
          <a:xfrm flipH="1">
            <a:off x="3346121" y="3819752"/>
            <a:ext cx="2167128" cy="987552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accent6"/>
            </a:solidFill>
          </a:ln>
          <a:effectLst>
            <a:outerShdw blurRad="1016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GB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841AD22A-713F-42DB-AC3E-F19E54FA4DEA}"/>
              </a:ext>
            </a:extLst>
          </p:cNvPr>
          <p:cNvSpPr txBox="1"/>
          <p:nvPr/>
        </p:nvSpPr>
        <p:spPr>
          <a:xfrm flipH="1">
            <a:off x="3904867" y="4176447"/>
            <a:ext cx="1083564" cy="323491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GB" sz="1400" b="1" dirty="0" smtClean="0"/>
              <a:t>Response</a:t>
            </a:r>
            <a:endParaRPr lang="en-GB" sz="1400" b="1" dirty="0"/>
          </a:p>
        </p:txBody>
      </p:sp>
      <p:sp>
        <p:nvSpPr>
          <p:cNvPr id="3" name="Rectangle 2"/>
          <p:cNvSpPr/>
          <p:nvPr/>
        </p:nvSpPr>
        <p:spPr bwMode="ltGray">
          <a:xfrm>
            <a:off x="5666546" y="1905000"/>
            <a:ext cx="181096" cy="3886200"/>
          </a:xfrm>
          <a:prstGeom prst="rect">
            <a:avLst/>
          </a:prstGeom>
          <a:solidFill>
            <a:schemeClr val="tx1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B7F166CB-E37C-4DAC-B1B7-4222CA490768}"/>
              </a:ext>
            </a:extLst>
          </p:cNvPr>
          <p:cNvSpPr txBox="1"/>
          <p:nvPr/>
        </p:nvSpPr>
        <p:spPr>
          <a:xfrm>
            <a:off x="4988431" y="1595153"/>
            <a:ext cx="1905000" cy="457200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1400" b="1" dirty="0" smtClean="0"/>
              <a:t>Flask Micro Service</a:t>
            </a:r>
            <a:endParaRPr lang="en-GB" sz="1600" b="1" dirty="0"/>
          </a:p>
        </p:txBody>
      </p:sp>
      <p:pic>
        <p:nvPicPr>
          <p:cNvPr id="1026" name="Picture 2" descr="Image result for expandable tree ma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178937" y="2937985"/>
            <a:ext cx="1874715" cy="164376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4271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70EC204-D071-48CE-8A54-056DAD3B0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Development Workflow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0A170C3-3040-42A8-A7D0-D5C7610CF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6F8AB-BCEA-4347-8BA6-BE776009BC8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FC4CFC64-1267-4500-A7D9-6ED19C879021}"/>
              </a:ext>
            </a:extLst>
          </p:cNvPr>
          <p:cNvSpPr>
            <a:spLocks noGrp="1"/>
          </p:cNvSpPr>
          <p:nvPr/>
        </p:nvSpPr>
        <p:spPr>
          <a:xfrm>
            <a:off x="790021" y="830132"/>
            <a:ext cx="10969784" cy="45719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868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5156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8872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7160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5448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6EA5D377-D57B-477E-9EC2-AC6BE28CC225}"/>
              </a:ext>
            </a:extLst>
          </p:cNvPr>
          <p:cNvSpPr>
            <a:spLocks noGrp="1"/>
          </p:cNvSpPr>
          <p:nvPr/>
        </p:nvSpPr>
        <p:spPr>
          <a:xfrm>
            <a:off x="534908" y="849180"/>
            <a:ext cx="10969784" cy="45719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868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5156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8872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7160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5448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xmlns="" id="{13947994-390B-45A8-929D-F332248B6E9B}"/>
              </a:ext>
            </a:extLst>
          </p:cNvPr>
          <p:cNvSpPr/>
          <p:nvPr/>
        </p:nvSpPr>
        <p:spPr>
          <a:xfrm>
            <a:off x="4347924" y="2979082"/>
            <a:ext cx="1499750" cy="830910"/>
          </a:xfrm>
          <a:prstGeom prst="roundRect">
            <a:avLst/>
          </a:prstGeom>
          <a:solidFill>
            <a:schemeClr val="accent2"/>
          </a:solidFill>
          <a:ln w="1905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dirty="0">
                <a:solidFill>
                  <a:prstClr val="white"/>
                </a:solidFill>
              </a:rPr>
              <a:t>Gate</a:t>
            </a:r>
          </a:p>
        </p:txBody>
      </p:sp>
      <p:sp>
        <p:nvSpPr>
          <p:cNvPr id="10" name="Rounded Rectangle 8">
            <a:extLst>
              <a:ext uri="{FF2B5EF4-FFF2-40B4-BE49-F238E27FC236}">
                <a16:creationId xmlns:a16="http://schemas.microsoft.com/office/drawing/2014/main" xmlns="" id="{920E2606-F8BF-48B6-A83B-61C5EFF5C2BC}"/>
              </a:ext>
            </a:extLst>
          </p:cNvPr>
          <p:cNvSpPr/>
          <p:nvPr/>
        </p:nvSpPr>
        <p:spPr>
          <a:xfrm>
            <a:off x="7707650" y="3051464"/>
            <a:ext cx="1524000" cy="685799"/>
          </a:xfrm>
          <a:prstGeom prst="roundRect">
            <a:avLst/>
          </a:prstGeom>
          <a:solidFill>
            <a:schemeClr val="accent2"/>
          </a:solidFill>
          <a:ln w="1905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prstClr val="white"/>
                </a:solidFill>
              </a:rPr>
              <a:t>Post-gate Tests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xmlns="" id="{A073CF4D-55BD-4443-8CF2-B843D5471DD5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2665494" y="3387829"/>
            <a:ext cx="1682430" cy="6708"/>
          </a:xfrm>
          <a:prstGeom prst="straightConnector1">
            <a:avLst/>
          </a:prstGeom>
          <a:ln w="25400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059684E9-C121-4EB2-835B-45DB3F9F875F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5847674" y="3394364"/>
            <a:ext cx="1859976" cy="173"/>
          </a:xfrm>
          <a:prstGeom prst="straightConnector1">
            <a:avLst/>
          </a:prstGeom>
          <a:ln w="25400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830818DB-9F95-4175-A3CB-C54747BD5A13}"/>
              </a:ext>
            </a:extLst>
          </p:cNvPr>
          <p:cNvCxnSpPr>
            <a:cxnSpLocks/>
          </p:cNvCxnSpPr>
          <p:nvPr/>
        </p:nvCxnSpPr>
        <p:spPr>
          <a:xfrm>
            <a:off x="3506709" y="1214275"/>
            <a:ext cx="0" cy="453684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4">
            <a:extLst>
              <a:ext uri="{FF2B5EF4-FFF2-40B4-BE49-F238E27FC236}">
                <a16:creationId xmlns:a16="http://schemas.microsoft.com/office/drawing/2014/main" xmlns="" id="{7EAE276F-50B8-4F6F-8232-B32FAEE128D7}"/>
              </a:ext>
            </a:extLst>
          </p:cNvPr>
          <p:cNvSpPr txBox="1"/>
          <p:nvPr/>
        </p:nvSpPr>
        <p:spPr>
          <a:xfrm>
            <a:off x="1296908" y="5475421"/>
            <a:ext cx="2224007" cy="3157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b="1" dirty="0" smtClean="0"/>
              <a:t>User </a:t>
            </a:r>
            <a:r>
              <a:rPr lang="en-US" b="1" dirty="0"/>
              <a:t>Interface</a:t>
            </a:r>
          </a:p>
          <a:p>
            <a:pPr>
              <a:lnSpc>
                <a:spcPct val="90000"/>
              </a:lnSpc>
            </a:pPr>
            <a:endParaRPr lang="en-US" b="1" dirty="0">
              <a:solidFill>
                <a:prstClr val="black"/>
              </a:solidFill>
            </a:endParaRPr>
          </a:p>
        </p:txBody>
      </p:sp>
      <p:sp>
        <p:nvSpPr>
          <p:cNvPr id="15" name="TextBox 35">
            <a:extLst>
              <a:ext uri="{FF2B5EF4-FFF2-40B4-BE49-F238E27FC236}">
                <a16:creationId xmlns:a16="http://schemas.microsoft.com/office/drawing/2014/main" xmlns="" id="{4E74F09A-045B-4893-BE14-F3F64E2B2F12}"/>
              </a:ext>
            </a:extLst>
          </p:cNvPr>
          <p:cNvSpPr txBox="1"/>
          <p:nvPr/>
        </p:nvSpPr>
        <p:spPr>
          <a:xfrm>
            <a:off x="4738606" y="5440227"/>
            <a:ext cx="1476382" cy="31089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b="1" dirty="0" smtClean="0">
                <a:solidFill>
                  <a:prstClr val="black"/>
                </a:solidFill>
              </a:rPr>
              <a:t>Automation</a:t>
            </a:r>
            <a:endParaRPr lang="en-US" b="1" dirty="0">
              <a:solidFill>
                <a:prstClr val="black"/>
              </a:solidFill>
            </a:endParaRPr>
          </a:p>
        </p:txBody>
      </p:sp>
      <p:sp>
        <p:nvSpPr>
          <p:cNvPr id="16" name="TextBox 36">
            <a:extLst>
              <a:ext uri="{FF2B5EF4-FFF2-40B4-BE49-F238E27FC236}">
                <a16:creationId xmlns:a16="http://schemas.microsoft.com/office/drawing/2014/main" xmlns="" id="{F5C06520-72A7-44D7-9E0F-676ACAAA6976}"/>
              </a:ext>
            </a:extLst>
          </p:cNvPr>
          <p:cNvSpPr txBox="1"/>
          <p:nvPr/>
        </p:nvSpPr>
        <p:spPr>
          <a:xfrm>
            <a:off x="7628435" y="5452574"/>
            <a:ext cx="1134547" cy="2985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b="1" dirty="0" smtClean="0">
                <a:solidFill>
                  <a:prstClr val="black"/>
                </a:solidFill>
              </a:rPr>
              <a:t>Analytics</a:t>
            </a:r>
            <a:endParaRPr lang="en-US" b="1" dirty="0">
              <a:solidFill>
                <a:prstClr val="black"/>
              </a:solidFill>
            </a:endParaRPr>
          </a:p>
        </p:txBody>
      </p:sp>
      <p:sp>
        <p:nvSpPr>
          <p:cNvPr id="17" name="Rounded Rectangle 41">
            <a:extLst>
              <a:ext uri="{FF2B5EF4-FFF2-40B4-BE49-F238E27FC236}">
                <a16:creationId xmlns:a16="http://schemas.microsoft.com/office/drawing/2014/main" xmlns="" id="{3CB766B4-A226-4A4E-9F61-9D095BD93D4C}"/>
              </a:ext>
            </a:extLst>
          </p:cNvPr>
          <p:cNvSpPr/>
          <p:nvPr/>
        </p:nvSpPr>
        <p:spPr>
          <a:xfrm>
            <a:off x="4343401" y="1931606"/>
            <a:ext cx="1504273" cy="878206"/>
          </a:xfrm>
          <a:prstGeom prst="roundRect">
            <a:avLst/>
          </a:prstGeom>
          <a:solidFill>
            <a:schemeClr val="accent2"/>
          </a:solidFill>
          <a:ln w="1905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dirty="0">
                <a:solidFill>
                  <a:prstClr val="white"/>
                </a:solidFill>
              </a:rPr>
              <a:t>Presubmit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56FDA386-EB98-408A-B327-11A105E47DB5}"/>
              </a:ext>
            </a:extLst>
          </p:cNvPr>
          <p:cNvCxnSpPr>
            <a:cxnSpLocks/>
          </p:cNvCxnSpPr>
          <p:nvPr/>
        </p:nvCxnSpPr>
        <p:spPr>
          <a:xfrm>
            <a:off x="6859508" y="1066800"/>
            <a:ext cx="0" cy="468924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74E85F1A-6E85-4B65-82EB-160957760F6D}"/>
              </a:ext>
            </a:extLst>
          </p:cNvPr>
          <p:cNvCxnSpPr>
            <a:stCxn id="10" idx="3"/>
          </p:cNvCxnSpPr>
          <p:nvPr/>
        </p:nvCxnSpPr>
        <p:spPr>
          <a:xfrm flipV="1">
            <a:off x="9231650" y="3394363"/>
            <a:ext cx="685800" cy="1"/>
          </a:xfrm>
          <a:prstGeom prst="straightConnector1">
            <a:avLst/>
          </a:prstGeom>
          <a:ln w="25400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26">
            <a:extLst>
              <a:ext uri="{FF2B5EF4-FFF2-40B4-BE49-F238E27FC236}">
                <a16:creationId xmlns:a16="http://schemas.microsoft.com/office/drawing/2014/main" xmlns="" id="{DE698583-EB34-4019-A95F-42BC8D9A1B62}"/>
              </a:ext>
            </a:extLst>
          </p:cNvPr>
          <p:cNvSpPr txBox="1"/>
          <p:nvPr/>
        </p:nvSpPr>
        <p:spPr>
          <a:xfrm>
            <a:off x="10054231" y="3162300"/>
            <a:ext cx="1489754" cy="5334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b="1" dirty="0">
                <a:solidFill>
                  <a:prstClr val="black"/>
                </a:solidFill>
              </a:rPr>
              <a:t>PASS build candidate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xmlns="" id="{C9D495C3-97FB-4E7F-BDCC-F853DB166CAA}"/>
              </a:ext>
            </a:extLst>
          </p:cNvPr>
          <p:cNvCxnSpPr>
            <a:cxnSpLocks/>
          </p:cNvCxnSpPr>
          <p:nvPr/>
        </p:nvCxnSpPr>
        <p:spPr>
          <a:xfrm>
            <a:off x="722745" y="5367055"/>
            <a:ext cx="9259455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57">
            <a:extLst>
              <a:ext uri="{FF2B5EF4-FFF2-40B4-BE49-F238E27FC236}">
                <a16:creationId xmlns:a16="http://schemas.microsoft.com/office/drawing/2014/main" xmlns="" id="{6F5E6B6B-662F-47D5-A85D-1ED793E6B977}"/>
              </a:ext>
            </a:extLst>
          </p:cNvPr>
          <p:cNvSpPr txBox="1"/>
          <p:nvPr/>
        </p:nvSpPr>
        <p:spPr>
          <a:xfrm>
            <a:off x="2754036" y="3162878"/>
            <a:ext cx="1913838" cy="152661"/>
          </a:xfrm>
          <a:prstGeom prst="rect">
            <a:avLst/>
          </a:prstGeom>
          <a:solidFill>
            <a:srgbClr val="EAEAEA"/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1400" b="1" dirty="0" smtClean="0"/>
              <a:t>REST Request</a:t>
            </a:r>
            <a:endParaRPr lang="en-US" sz="1400" b="1" dirty="0"/>
          </a:p>
        </p:txBody>
      </p:sp>
      <p:sp>
        <p:nvSpPr>
          <p:cNvPr id="43" name="Rounded Rectangle 7">
            <a:extLst>
              <a:ext uri="{FF2B5EF4-FFF2-40B4-BE49-F238E27FC236}">
                <a16:creationId xmlns:a16="http://schemas.microsoft.com/office/drawing/2014/main" xmlns="" id="{132BB94B-E0C7-4FC1-B9A0-873321958AD0}"/>
              </a:ext>
            </a:extLst>
          </p:cNvPr>
          <p:cNvSpPr/>
          <p:nvPr/>
        </p:nvSpPr>
        <p:spPr>
          <a:xfrm>
            <a:off x="4347924" y="2962002"/>
            <a:ext cx="1499750" cy="830910"/>
          </a:xfrm>
          <a:prstGeom prst="roundRect">
            <a:avLst/>
          </a:prstGeom>
          <a:solidFill>
            <a:schemeClr val="accent2"/>
          </a:solidFill>
          <a:ln w="1905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dirty="0">
                <a:solidFill>
                  <a:prstClr val="white"/>
                </a:solidFill>
              </a:rPr>
              <a:t>Gate</a:t>
            </a:r>
          </a:p>
        </p:txBody>
      </p:sp>
      <p:sp>
        <p:nvSpPr>
          <p:cNvPr id="44" name="Rounded Rectangle 8">
            <a:extLst>
              <a:ext uri="{FF2B5EF4-FFF2-40B4-BE49-F238E27FC236}">
                <a16:creationId xmlns:a16="http://schemas.microsoft.com/office/drawing/2014/main" xmlns="" id="{E071D880-608E-4CAB-9D03-843F3B98FC33}"/>
              </a:ext>
            </a:extLst>
          </p:cNvPr>
          <p:cNvSpPr/>
          <p:nvPr/>
        </p:nvSpPr>
        <p:spPr>
          <a:xfrm>
            <a:off x="7707650" y="3034384"/>
            <a:ext cx="1524000" cy="685799"/>
          </a:xfrm>
          <a:prstGeom prst="roundRect">
            <a:avLst/>
          </a:prstGeom>
          <a:solidFill>
            <a:schemeClr val="accent2"/>
          </a:solidFill>
          <a:ln w="1905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prstClr val="white"/>
                </a:solidFill>
              </a:rPr>
              <a:t>Post-gate Tests</a:t>
            </a:r>
          </a:p>
        </p:txBody>
      </p:sp>
      <p:sp>
        <p:nvSpPr>
          <p:cNvPr id="45" name="Rounded Rectangle 41">
            <a:extLst>
              <a:ext uri="{FF2B5EF4-FFF2-40B4-BE49-F238E27FC236}">
                <a16:creationId xmlns:a16="http://schemas.microsoft.com/office/drawing/2014/main" xmlns="" id="{A04FA72F-F5FE-4DFC-B4D6-BE664C222BA0}"/>
              </a:ext>
            </a:extLst>
          </p:cNvPr>
          <p:cNvSpPr/>
          <p:nvPr/>
        </p:nvSpPr>
        <p:spPr>
          <a:xfrm>
            <a:off x="4343401" y="1914526"/>
            <a:ext cx="1504273" cy="878206"/>
          </a:xfrm>
          <a:prstGeom prst="roundRect">
            <a:avLst/>
          </a:prstGeom>
          <a:solidFill>
            <a:schemeClr val="accent2"/>
          </a:solidFill>
          <a:ln w="1905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dirty="0">
                <a:solidFill>
                  <a:prstClr val="white"/>
                </a:solidFill>
              </a:rPr>
              <a:t>Presubmit</a:t>
            </a:r>
          </a:p>
        </p:txBody>
      </p:sp>
      <p:sp>
        <p:nvSpPr>
          <p:cNvPr id="47" name="Rounded Rectangle 6">
            <a:extLst>
              <a:ext uri="{FF2B5EF4-FFF2-40B4-BE49-F238E27FC236}">
                <a16:creationId xmlns:a16="http://schemas.microsoft.com/office/drawing/2014/main" xmlns="" id="{E55D8422-4099-455C-8386-7B9645A6BA85}"/>
              </a:ext>
            </a:extLst>
          </p:cNvPr>
          <p:cNvSpPr/>
          <p:nvPr/>
        </p:nvSpPr>
        <p:spPr>
          <a:xfrm>
            <a:off x="694072" y="2840195"/>
            <a:ext cx="1904992" cy="852364"/>
          </a:xfrm>
          <a:prstGeom prst="roundRect">
            <a:avLst/>
          </a:prstGeom>
          <a:solidFill>
            <a:srgbClr val="0070C0"/>
          </a:solidFill>
          <a:ln w="50800">
            <a:solidFill>
              <a:schemeClr val="tx1"/>
            </a:solidFill>
            <a:miter lim="800000"/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dirty="0" smtClean="0">
                <a:solidFill>
                  <a:prstClr val="white"/>
                </a:solidFill>
              </a:rPr>
              <a:t>D3 Visualization </a:t>
            </a:r>
          </a:p>
          <a:p>
            <a:pPr algn="ctr">
              <a:lnSpc>
                <a:spcPct val="90000"/>
              </a:lnSpc>
            </a:pPr>
            <a:r>
              <a:rPr lang="en-US" dirty="0" smtClean="0">
                <a:solidFill>
                  <a:prstClr val="white"/>
                </a:solidFill>
              </a:rPr>
              <a:t>Library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8" name="Rounded Rectangle 7">
            <a:extLst>
              <a:ext uri="{FF2B5EF4-FFF2-40B4-BE49-F238E27FC236}">
                <a16:creationId xmlns:a16="http://schemas.microsoft.com/office/drawing/2014/main" xmlns="" id="{CC5D4117-F12D-4BCC-BDBD-D55D8542D6BA}"/>
              </a:ext>
            </a:extLst>
          </p:cNvPr>
          <p:cNvSpPr/>
          <p:nvPr/>
        </p:nvSpPr>
        <p:spPr>
          <a:xfrm>
            <a:off x="4347924" y="2981570"/>
            <a:ext cx="1499750" cy="830910"/>
          </a:xfrm>
          <a:prstGeom prst="roundRect">
            <a:avLst/>
          </a:prstGeom>
          <a:solidFill>
            <a:srgbClr val="0070C0"/>
          </a:solidFill>
          <a:ln w="50800">
            <a:solidFill>
              <a:schemeClr val="tx1"/>
            </a:solidFill>
            <a:miter lim="800000"/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dirty="0" smtClean="0">
                <a:solidFill>
                  <a:prstClr val="white"/>
                </a:solidFill>
              </a:rPr>
              <a:t>Local </a:t>
            </a:r>
            <a:r>
              <a:rPr lang="en-US" dirty="0" err="1" smtClean="0">
                <a:solidFill>
                  <a:prstClr val="white"/>
                </a:solidFill>
              </a:rPr>
              <a:t>Git</a:t>
            </a:r>
            <a:r>
              <a:rPr lang="en-US" dirty="0" smtClean="0">
                <a:solidFill>
                  <a:prstClr val="white"/>
                </a:solidFill>
              </a:rPr>
              <a:t> Repository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9" name="Rounded Rectangle 8">
            <a:extLst>
              <a:ext uri="{FF2B5EF4-FFF2-40B4-BE49-F238E27FC236}">
                <a16:creationId xmlns:a16="http://schemas.microsoft.com/office/drawing/2014/main" xmlns="" id="{641615E7-8365-4FF8-8F4D-54E91B7CDF23}"/>
              </a:ext>
            </a:extLst>
          </p:cNvPr>
          <p:cNvSpPr/>
          <p:nvPr/>
        </p:nvSpPr>
        <p:spPr>
          <a:xfrm>
            <a:off x="7707650" y="3053952"/>
            <a:ext cx="1524000" cy="685799"/>
          </a:xfrm>
          <a:prstGeom prst="roundRect">
            <a:avLst/>
          </a:prstGeom>
          <a:solidFill>
            <a:srgbClr val="0070C0"/>
          </a:solidFill>
          <a:ln w="50800">
            <a:solidFill>
              <a:schemeClr val="tx1"/>
            </a:solidFill>
            <a:miter lim="800000"/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200" dirty="0" err="1" smtClean="0">
                <a:solidFill>
                  <a:prstClr val="white"/>
                </a:solidFill>
              </a:rPr>
              <a:t>Git</a:t>
            </a:r>
            <a:r>
              <a:rPr lang="en-US" sz="1200" dirty="0" smtClean="0">
                <a:solidFill>
                  <a:prstClr val="white"/>
                </a:solidFill>
              </a:rPr>
              <a:t> Commit/RM/LoC Analysis</a:t>
            </a:r>
            <a:endParaRPr lang="en-US" sz="1200" dirty="0">
              <a:solidFill>
                <a:prstClr val="white"/>
              </a:solidFill>
            </a:endParaRPr>
          </a:p>
        </p:txBody>
      </p:sp>
      <p:sp>
        <p:nvSpPr>
          <p:cNvPr id="50" name="Rounded Rectangle 41">
            <a:extLst>
              <a:ext uri="{FF2B5EF4-FFF2-40B4-BE49-F238E27FC236}">
                <a16:creationId xmlns:a16="http://schemas.microsoft.com/office/drawing/2014/main" xmlns="" id="{3F16BCBA-3F9B-470D-A9D5-1B9A858294C6}"/>
              </a:ext>
            </a:extLst>
          </p:cNvPr>
          <p:cNvSpPr/>
          <p:nvPr/>
        </p:nvSpPr>
        <p:spPr>
          <a:xfrm>
            <a:off x="4343401" y="1934094"/>
            <a:ext cx="1504273" cy="878206"/>
          </a:xfrm>
          <a:prstGeom prst="roundRect">
            <a:avLst/>
          </a:prstGeom>
          <a:solidFill>
            <a:srgbClr val="0070C0"/>
          </a:solidFill>
          <a:ln w="50800">
            <a:solidFill>
              <a:schemeClr val="tx1"/>
            </a:solidFill>
            <a:miter lim="800000"/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dirty="0" smtClean="0">
                <a:solidFill>
                  <a:prstClr val="white"/>
                </a:solidFill>
              </a:rPr>
              <a:t>Auto Rebase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xmlns="" id="{6B6584FC-DA3D-44A2-8878-357B833B5469}"/>
              </a:ext>
            </a:extLst>
          </p:cNvPr>
          <p:cNvSpPr/>
          <p:nvPr/>
        </p:nvSpPr>
        <p:spPr>
          <a:xfrm>
            <a:off x="4667874" y="1388680"/>
            <a:ext cx="1838965" cy="5909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dirty="0" err="1" smtClean="0"/>
              <a:t>Git</a:t>
            </a:r>
            <a:r>
              <a:rPr lang="en-US" b="1" dirty="0" smtClean="0"/>
              <a:t> Repository </a:t>
            </a:r>
          </a:p>
          <a:p>
            <a:pPr>
              <a:lnSpc>
                <a:spcPct val="90000"/>
              </a:lnSpc>
            </a:pPr>
            <a:endParaRPr lang="en-US" b="1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xmlns="" id="{BDDDE606-42ED-4224-A28D-A981A5B0A917}"/>
              </a:ext>
            </a:extLst>
          </p:cNvPr>
          <p:cNvSpPr/>
          <p:nvPr/>
        </p:nvSpPr>
        <p:spPr>
          <a:xfrm>
            <a:off x="8077200" y="1391019"/>
            <a:ext cx="1351652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dirty="0" err="1" smtClean="0"/>
              <a:t>Git</a:t>
            </a:r>
            <a:r>
              <a:rPr lang="en-US" b="1" dirty="0" smtClean="0"/>
              <a:t>-python</a:t>
            </a:r>
            <a:endParaRPr lang="en-US" b="1" dirty="0"/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xmlns="" id="{7FE94F6E-CDD4-431F-9EAB-5FE37FD84522}"/>
              </a:ext>
            </a:extLst>
          </p:cNvPr>
          <p:cNvSpPr/>
          <p:nvPr/>
        </p:nvSpPr>
        <p:spPr>
          <a:xfrm flipV="1">
            <a:off x="1905000" y="3465316"/>
            <a:ext cx="6404106" cy="1007279"/>
          </a:xfrm>
          <a:prstGeom prst="arc">
            <a:avLst>
              <a:gd name="adj1" fmla="val 10623688"/>
              <a:gd name="adj2" fmla="val 244621"/>
            </a:avLst>
          </a:prstGeom>
          <a:ln w="25400">
            <a:solidFill>
              <a:schemeClr val="tx1"/>
            </a:solidFill>
            <a:headEnd type="triangle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57">
            <a:extLst>
              <a:ext uri="{FF2B5EF4-FFF2-40B4-BE49-F238E27FC236}">
                <a16:creationId xmlns:a16="http://schemas.microsoft.com/office/drawing/2014/main" xmlns="" id="{8512E9E7-35A8-42CC-8E74-D34EC42EC145}"/>
              </a:ext>
            </a:extLst>
          </p:cNvPr>
          <p:cNvSpPr txBox="1"/>
          <p:nvPr/>
        </p:nvSpPr>
        <p:spPr>
          <a:xfrm>
            <a:off x="6443552" y="3158994"/>
            <a:ext cx="1013319" cy="179526"/>
          </a:xfrm>
          <a:prstGeom prst="rect">
            <a:avLst/>
          </a:prstGeom>
          <a:solidFill>
            <a:srgbClr val="EAEAEA"/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1400" b="1" dirty="0" smtClean="0"/>
              <a:t>process</a:t>
            </a:r>
            <a:endParaRPr lang="en-US" sz="1400" b="1" dirty="0"/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xmlns="" id="{7FE94F6E-CDD4-431F-9EAB-5FE37FD84522}"/>
              </a:ext>
            </a:extLst>
          </p:cNvPr>
          <p:cNvSpPr/>
          <p:nvPr/>
        </p:nvSpPr>
        <p:spPr>
          <a:xfrm rot="4866402" flipV="1">
            <a:off x="3746115" y="2269843"/>
            <a:ext cx="872092" cy="1001642"/>
          </a:xfrm>
          <a:prstGeom prst="arc">
            <a:avLst>
              <a:gd name="adj1" fmla="val 9188137"/>
              <a:gd name="adj2" fmla="val 244621"/>
            </a:avLst>
          </a:prstGeom>
          <a:ln w="25400">
            <a:solidFill>
              <a:schemeClr val="tx1"/>
            </a:solidFill>
            <a:headEnd type="triangle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xmlns="" id="{7FE94F6E-CDD4-431F-9EAB-5FE37FD84522}"/>
              </a:ext>
            </a:extLst>
          </p:cNvPr>
          <p:cNvSpPr/>
          <p:nvPr/>
        </p:nvSpPr>
        <p:spPr>
          <a:xfrm rot="4866402" flipH="1">
            <a:off x="5609054" y="2250401"/>
            <a:ext cx="872092" cy="1001642"/>
          </a:xfrm>
          <a:prstGeom prst="arc">
            <a:avLst>
              <a:gd name="adj1" fmla="val 9188137"/>
              <a:gd name="adj2" fmla="val 244621"/>
            </a:avLst>
          </a:prstGeom>
          <a:ln w="25400">
            <a:solidFill>
              <a:schemeClr val="tx1"/>
            </a:solidFill>
            <a:headEnd type="triangle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57">
            <a:extLst>
              <a:ext uri="{FF2B5EF4-FFF2-40B4-BE49-F238E27FC236}">
                <a16:creationId xmlns:a16="http://schemas.microsoft.com/office/drawing/2014/main" xmlns="" id="{6F5E6B6B-662F-47D5-A85D-1ED793E6B977}"/>
              </a:ext>
            </a:extLst>
          </p:cNvPr>
          <p:cNvSpPr txBox="1"/>
          <p:nvPr/>
        </p:nvSpPr>
        <p:spPr>
          <a:xfrm>
            <a:off x="4293224" y="4194505"/>
            <a:ext cx="1554450" cy="162861"/>
          </a:xfrm>
          <a:prstGeom prst="rect">
            <a:avLst/>
          </a:prstGeom>
          <a:solidFill>
            <a:srgbClr val="EAEAEA"/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1400" b="1" dirty="0" smtClean="0"/>
              <a:t>REST Response</a:t>
            </a:r>
            <a:endParaRPr lang="en-US" sz="1400" b="1" dirty="0"/>
          </a:p>
        </p:txBody>
      </p:sp>
      <p:sp>
        <p:nvSpPr>
          <p:cNvPr id="3" name="Rectangle 2"/>
          <p:cNvSpPr/>
          <p:nvPr/>
        </p:nvSpPr>
        <p:spPr>
          <a:xfrm>
            <a:off x="790021" y="1431987"/>
            <a:ext cx="21723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</a:rPr>
              <a:t>D3 Dynamic, </a:t>
            </a:r>
            <a:endParaRPr lang="en-US" b="1" dirty="0" smtClean="0">
              <a:solidFill>
                <a:prstClr val="black"/>
              </a:solidFill>
            </a:endParaRPr>
          </a:p>
          <a:p>
            <a:r>
              <a:rPr lang="en-US" b="1" dirty="0" smtClean="0">
                <a:solidFill>
                  <a:prstClr val="black"/>
                </a:solidFill>
              </a:rPr>
              <a:t>interactive </a:t>
            </a:r>
            <a:r>
              <a:rPr lang="en-US" b="1" dirty="0">
                <a:solidFill>
                  <a:prstClr val="black"/>
                </a:solidFill>
              </a:rPr>
              <a:t>graphs</a:t>
            </a:r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xmlns="" id="{15A1E8E0-D0EF-4B7A-B0DD-C02D34866543}"/>
              </a:ext>
            </a:extLst>
          </p:cNvPr>
          <p:cNvSpPr txBox="1"/>
          <p:nvPr/>
        </p:nvSpPr>
        <p:spPr>
          <a:xfrm>
            <a:off x="7064209" y="4772035"/>
            <a:ext cx="3124199" cy="85201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200" dirty="0" err="1" smtClean="0"/>
              <a:t>Analyse</a:t>
            </a:r>
            <a:r>
              <a:rPr lang="en-US" sz="1200" dirty="0" smtClean="0"/>
              <a:t> commits in specific period</a:t>
            </a:r>
          </a:p>
          <a:p>
            <a:pPr marL="171450" indent="-17145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200" dirty="0" smtClean="0"/>
              <a:t>Get detailed information for </a:t>
            </a:r>
            <a:r>
              <a:rPr lang="en-US" sz="1200" dirty="0" err="1" smtClean="0"/>
              <a:t>commit,user</a:t>
            </a:r>
            <a:r>
              <a:rPr lang="en-US" sz="1200" dirty="0" smtClean="0"/>
              <a:t> etc.</a:t>
            </a:r>
          </a:p>
          <a:p>
            <a:pPr marL="171450" indent="-17145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200" dirty="0" smtClean="0"/>
              <a:t>Find frequently changed areas/RMs/Projects</a:t>
            </a:r>
            <a:endParaRPr lang="en-US" sz="1200" dirty="0"/>
          </a:p>
          <a:p>
            <a:pPr>
              <a:lnSpc>
                <a:spcPct val="90000"/>
              </a:lnSpc>
            </a:pPr>
            <a:r>
              <a:rPr lang="en-US" sz="1200" dirty="0"/>
              <a:t/>
            </a:r>
            <a:br>
              <a:rPr lang="en-US" sz="1200" dirty="0"/>
            </a:br>
            <a:endParaRPr lang="en-US" sz="1200" dirty="0"/>
          </a:p>
          <a:p>
            <a:pPr>
              <a:lnSpc>
                <a:spcPct val="90000"/>
              </a:lnSpc>
            </a:pPr>
            <a:endParaRPr lang="en-US" sz="1200" dirty="0"/>
          </a:p>
          <a:p>
            <a:pPr>
              <a:lnSpc>
                <a:spcPct val="90000"/>
              </a:lnSpc>
            </a:pPr>
            <a:endParaRPr lang="en-US" sz="12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15A1E8E0-D0EF-4B7A-B0DD-C02D34866543}"/>
              </a:ext>
            </a:extLst>
          </p:cNvPr>
          <p:cNvSpPr txBox="1"/>
          <p:nvPr/>
        </p:nvSpPr>
        <p:spPr>
          <a:xfrm>
            <a:off x="3694547" y="4815951"/>
            <a:ext cx="3124199" cy="85201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200" dirty="0" smtClean="0"/>
              <a:t>Shell script for automation</a:t>
            </a:r>
            <a:endParaRPr lang="en-US" sz="1200" dirty="0"/>
          </a:p>
          <a:p>
            <a:pPr>
              <a:lnSpc>
                <a:spcPct val="90000"/>
              </a:lnSpc>
            </a:pPr>
            <a:endParaRPr lang="en-US" sz="1200" dirty="0"/>
          </a:p>
          <a:p>
            <a:pPr>
              <a:lnSpc>
                <a:spcPct val="90000"/>
              </a:lnSpc>
            </a:pPr>
            <a:r>
              <a:rPr lang="en-US" sz="1200" dirty="0"/>
              <a:t/>
            </a:r>
            <a:br>
              <a:rPr lang="en-US" sz="1200" dirty="0"/>
            </a:br>
            <a:endParaRPr lang="en-US" sz="1200" dirty="0"/>
          </a:p>
          <a:p>
            <a:pPr>
              <a:lnSpc>
                <a:spcPct val="90000"/>
              </a:lnSpc>
            </a:pPr>
            <a:endParaRPr lang="en-US" sz="1200" dirty="0"/>
          </a:p>
          <a:p>
            <a:pPr>
              <a:lnSpc>
                <a:spcPct val="90000"/>
              </a:lnSpc>
            </a:pPr>
            <a:endParaRPr lang="en-US" sz="1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xmlns="" id="{15A1E8E0-D0EF-4B7A-B0DD-C02D34866543}"/>
              </a:ext>
            </a:extLst>
          </p:cNvPr>
          <p:cNvSpPr txBox="1"/>
          <p:nvPr/>
        </p:nvSpPr>
        <p:spPr>
          <a:xfrm>
            <a:off x="914125" y="4772035"/>
            <a:ext cx="3124199" cy="85201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200" dirty="0" smtClean="0"/>
              <a:t>D3 for interactive visualizations</a:t>
            </a:r>
            <a:endParaRPr lang="en-US" sz="1200" dirty="0"/>
          </a:p>
          <a:p>
            <a:pPr marL="171450" indent="-17145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200" dirty="0" smtClean="0"/>
              <a:t>Flask </a:t>
            </a:r>
            <a:r>
              <a:rPr lang="en-US" sz="1200" dirty="0" err="1" smtClean="0"/>
              <a:t>Microservice</a:t>
            </a:r>
            <a:r>
              <a:rPr lang="en-US" sz="1200" dirty="0" smtClean="0"/>
              <a:t> </a:t>
            </a:r>
          </a:p>
          <a:p>
            <a:pPr>
              <a:lnSpc>
                <a:spcPct val="90000"/>
              </a:lnSpc>
            </a:pPr>
            <a:r>
              <a:rPr lang="en-US" sz="1200" dirty="0" smtClean="0"/>
              <a:t> </a:t>
            </a:r>
            <a:r>
              <a:rPr lang="en-US" sz="1200" dirty="0"/>
              <a:t/>
            </a:r>
            <a:br>
              <a:rPr lang="en-US" sz="1200" dirty="0"/>
            </a:br>
            <a:endParaRPr lang="en-US" sz="1200" dirty="0"/>
          </a:p>
          <a:p>
            <a:pPr>
              <a:lnSpc>
                <a:spcPct val="90000"/>
              </a:lnSpc>
            </a:pPr>
            <a:endParaRPr lang="en-US" sz="1200" dirty="0"/>
          </a:p>
          <a:p>
            <a:pPr>
              <a:lnSpc>
                <a:spcPct val="90000"/>
              </a:lnSpc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08765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667000"/>
            <a:ext cx="8228011" cy="576263"/>
          </a:xfrm>
        </p:spPr>
        <p:txBody>
          <a:bodyPr/>
          <a:lstStyle/>
          <a:p>
            <a:r>
              <a:rPr lang="en-US" dirty="0" smtClean="0"/>
              <a:t>Demo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6F8AB-BCEA-4347-8BA6-BE776009BC89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6292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Insights 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049000" y="6430868"/>
            <a:ext cx="533399" cy="232147"/>
          </a:xfrm>
        </p:spPr>
        <p:txBody>
          <a:bodyPr/>
          <a:lstStyle/>
          <a:p>
            <a:fld id="{B016F8AB-BCEA-4347-8BA6-BE776009BC89}" type="slidenum">
              <a:rPr lang="en-US" smtClean="0"/>
              <a:t>9</a:t>
            </a:fld>
            <a:endParaRPr lang="en-US"/>
          </a:p>
        </p:txBody>
      </p:sp>
      <p:pic>
        <p:nvPicPr>
          <p:cNvPr id="1026" name="Picture 1" descr="image0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026" y="990599"/>
            <a:ext cx="9658974" cy="5187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5588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Insights : (</a:t>
            </a:r>
            <a:r>
              <a:rPr lang="en-US" dirty="0" err="1" smtClean="0"/>
              <a:t>Avinash</a:t>
            </a:r>
            <a:r>
              <a:rPr lang="en-US" dirty="0" smtClean="0"/>
              <a:t> has this with hardcoded </a:t>
            </a:r>
            <a:r>
              <a:rPr lang="en-US" dirty="0" err="1" smtClean="0"/>
              <a:t>json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049000" y="6430868"/>
            <a:ext cx="533399" cy="232147"/>
          </a:xfrm>
        </p:spPr>
        <p:txBody>
          <a:bodyPr/>
          <a:lstStyle/>
          <a:p>
            <a:fld id="{B016F8AB-BCEA-4347-8BA6-BE776009BC89}" type="slidenum">
              <a:rPr lang="en-US" smtClean="0"/>
              <a:t>10</a:t>
            </a:fld>
            <a:endParaRPr lang="en-US"/>
          </a:p>
        </p:txBody>
      </p:sp>
      <p:sp>
        <p:nvSpPr>
          <p:cNvPr id="26" name="Content Placeholder 1"/>
          <p:cNvSpPr txBox="1">
            <a:spLocks/>
          </p:cNvSpPr>
          <p:nvPr/>
        </p:nvSpPr>
        <p:spPr>
          <a:xfrm>
            <a:off x="762000" y="1524000"/>
            <a:ext cx="8382000" cy="44195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868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5156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8872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7160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5448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1" y="1219200"/>
            <a:ext cx="7694104" cy="544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467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Stats 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049000" y="6430868"/>
            <a:ext cx="533399" cy="232147"/>
          </a:xfrm>
        </p:spPr>
        <p:txBody>
          <a:bodyPr/>
          <a:lstStyle/>
          <a:p>
            <a:fld id="{B016F8AB-BCEA-4347-8BA6-BE776009BC89}" type="slidenum">
              <a:rPr lang="en-US" smtClean="0"/>
              <a:t>11</a:t>
            </a:fld>
            <a:endParaRPr lang="en-US"/>
          </a:p>
        </p:txBody>
      </p:sp>
      <p:sp>
        <p:nvSpPr>
          <p:cNvPr id="26" name="Content Placeholder 1"/>
          <p:cNvSpPr txBox="1">
            <a:spLocks/>
          </p:cNvSpPr>
          <p:nvPr/>
        </p:nvSpPr>
        <p:spPr>
          <a:xfrm>
            <a:off x="762000" y="1524000"/>
            <a:ext cx="8382000" cy="44195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868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5156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8872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7160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5448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32" y="1117285"/>
            <a:ext cx="5919634" cy="5567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75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70EC204-D071-48CE-8A54-056DAD3B0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Deployment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1A3D227-D78D-4787-B957-3A6D94CDE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00200"/>
            <a:ext cx="3505359" cy="2895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 smtClean="0"/>
              <a:t>Git</a:t>
            </a:r>
            <a:r>
              <a:rPr lang="en-US" sz="2400" b="1" dirty="0" smtClean="0"/>
              <a:t> Insight Demo:</a:t>
            </a:r>
            <a:endParaRPr lang="en-US" sz="2400" b="1" dirty="0"/>
          </a:p>
          <a:p>
            <a:pPr marL="0" indent="0">
              <a:buNone/>
            </a:pPr>
            <a:r>
              <a:rPr lang="en-US" sz="1400" b="1" dirty="0"/>
              <a:t>Link: </a:t>
            </a:r>
            <a:r>
              <a:rPr lang="en-US" sz="1400" dirty="0">
                <a:hlinkClick r:id="rId2"/>
              </a:rPr>
              <a:t>http://15.212.161.114:443</a:t>
            </a:r>
            <a:r>
              <a:rPr lang="en-US" sz="1400" dirty="0" smtClean="0">
                <a:hlinkClick r:id="rId2"/>
              </a:rPr>
              <a:t>/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0A170C3-3040-42A8-A7D0-D5C7610CF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6F8AB-BCEA-4347-8BA6-BE776009BC89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653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667000"/>
            <a:ext cx="10972799" cy="576263"/>
          </a:xfrm>
        </p:spPr>
        <p:txBody>
          <a:bodyPr/>
          <a:lstStyle/>
          <a:p>
            <a:r>
              <a:rPr lang="en-US" dirty="0" smtClean="0"/>
              <a:t>Summary &amp; Planned Improvements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6F8AB-BCEA-4347-8BA6-BE776009BC89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8523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70EC204-D071-48CE-8A54-056DAD3B0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err="1" smtClean="0"/>
              <a:t>Git</a:t>
            </a:r>
            <a:r>
              <a:rPr lang="en-US" sz="2400" dirty="0" smtClean="0"/>
              <a:t> Insights</a:t>
            </a:r>
            <a:r>
              <a:rPr lang="en-US" sz="2400" dirty="0"/>
              <a:t> Summary and </a:t>
            </a:r>
            <a:r>
              <a:rPr lang="en-US" sz="2400" dirty="0" smtClean="0"/>
              <a:t>Next steps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0A170C3-3040-42A8-A7D0-D5C7610CF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6F8AB-BCEA-4347-8BA6-BE776009BC89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FC4CFC64-1267-4500-A7D9-6ED19C879021}"/>
              </a:ext>
            </a:extLst>
          </p:cNvPr>
          <p:cNvSpPr>
            <a:spLocks noGrp="1"/>
          </p:cNvSpPr>
          <p:nvPr/>
        </p:nvSpPr>
        <p:spPr>
          <a:xfrm>
            <a:off x="722745" y="849180"/>
            <a:ext cx="10969784" cy="45719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868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5156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8872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7160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5448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BF84ACD-622A-4B39-9D35-E9EF31209AB9}"/>
              </a:ext>
            </a:extLst>
          </p:cNvPr>
          <p:cNvSpPr txBox="1"/>
          <p:nvPr/>
        </p:nvSpPr>
        <p:spPr>
          <a:xfrm>
            <a:off x="762000" y="1600200"/>
            <a:ext cx="5029200" cy="3505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b="1" dirty="0" smtClean="0"/>
              <a:t>Summary</a:t>
            </a:r>
            <a:endParaRPr lang="en-US" dirty="0"/>
          </a:p>
          <a:p>
            <a:pPr marL="285750" indent="-285750" fontAlgn="ctr">
              <a:buFont typeface="Wingdings" panose="05000000000000000000" pitchFamily="2" charset="2"/>
              <a:buChar char="§"/>
            </a:pPr>
            <a:r>
              <a:rPr lang="en-US" dirty="0" smtClean="0"/>
              <a:t>Dashboard shows a heat-map of the </a:t>
            </a:r>
          </a:p>
          <a:p>
            <a:pPr fontAlgn="ctr"/>
            <a:r>
              <a:rPr lang="en-US" dirty="0" smtClean="0"/>
              <a:t>     modified packages </a:t>
            </a:r>
            <a:endParaRPr lang="en-US" dirty="0"/>
          </a:p>
          <a:p>
            <a:r>
              <a:rPr lang="en-US" dirty="0"/>
              <a:t> </a:t>
            </a:r>
          </a:p>
          <a:p>
            <a:r>
              <a:rPr lang="en-US" b="1" dirty="0" smtClean="0"/>
              <a:t>Next Steps</a:t>
            </a:r>
            <a:endParaRPr lang="en-US" dirty="0"/>
          </a:p>
          <a:p>
            <a:pPr marL="285750" indent="-285750" fontAlgn="ctr">
              <a:buFont typeface="Wingdings" panose="05000000000000000000" pitchFamily="2" charset="2"/>
              <a:buChar char="§"/>
            </a:pPr>
            <a:r>
              <a:rPr lang="en-US" dirty="0" smtClean="0"/>
              <a:t>Frequency analysis view</a:t>
            </a:r>
            <a:endParaRPr lang="en-US" dirty="0"/>
          </a:p>
          <a:p>
            <a:pPr marL="285750" indent="-285750" fontAlgn="ctr">
              <a:buFont typeface="Wingdings" panose="05000000000000000000" pitchFamily="2" charset="2"/>
              <a:buChar char="§"/>
            </a:pPr>
            <a:r>
              <a:rPr lang="en-US" dirty="0" smtClean="0"/>
              <a:t>Display most linked modules</a:t>
            </a:r>
            <a:endParaRPr lang="en-US" dirty="0"/>
          </a:p>
          <a:p>
            <a:pPr marL="285750" indent="-285750" fontAlgn="ctr">
              <a:buFont typeface="Wingdings" panose="05000000000000000000" pitchFamily="2" charset="2"/>
              <a:buChar char="§"/>
            </a:pPr>
            <a:r>
              <a:rPr lang="en-US" dirty="0" smtClean="0"/>
              <a:t>Prior art search </a:t>
            </a:r>
            <a:r>
              <a:rPr lang="en-US" dirty="0"/>
              <a:t>&amp;</a:t>
            </a:r>
            <a:r>
              <a:rPr lang="en-US" dirty="0" smtClean="0"/>
              <a:t> disclosure </a:t>
            </a:r>
            <a:endParaRPr lang="en-US" dirty="0"/>
          </a:p>
          <a:p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972783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016F8AB-BCEA-4347-8BA6-BE776009BC89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358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HPE_Events_Arial_16x9_v5">
  <a:themeElements>
    <a:clrScheme name="HPE">
      <a:dk1>
        <a:sysClr val="windowText" lastClr="000000"/>
      </a:dk1>
      <a:lt1>
        <a:sysClr val="window" lastClr="FFFFFF"/>
      </a:lt1>
      <a:dk2>
        <a:srgbClr val="808285"/>
      </a:dk2>
      <a:lt2>
        <a:srgbClr val="C6C9CA"/>
      </a:lt2>
      <a:accent1>
        <a:srgbClr val="2AD2C9"/>
      </a:accent1>
      <a:accent2>
        <a:srgbClr val="614767"/>
      </a:accent2>
      <a:accent3>
        <a:srgbClr val="FF8D6D"/>
      </a:accent3>
      <a:accent4>
        <a:srgbClr val="5F7A76"/>
      </a:accent4>
      <a:accent5>
        <a:srgbClr val="C6C9CA"/>
      </a:accent5>
      <a:accent6>
        <a:srgbClr val="808285"/>
      </a:accent6>
      <a:hlink>
        <a:srgbClr val="01A982"/>
      </a:hlink>
      <a:folHlink>
        <a:srgbClr val="01A98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solidFill>
          <a:schemeClr val="accent6"/>
        </a:solidFill>
        <a:ln w="19050">
          <a:solidFill>
            <a:schemeClr val="accent6"/>
          </a:solidFill>
        </a:ln>
      </a:spPr>
      <a:bodyPr rtlCol="0" anchor="ctr"/>
      <a:lstStyle>
        <a:defPPr algn="ctr">
          <a:lnSpc>
            <a:spcPct val="90000"/>
          </a:lnSpc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90000"/>
          </a:lnSpc>
          <a:defRPr/>
        </a:defPPr>
      </a:lstStyle>
    </a:txDef>
  </a:objectDefaults>
  <a:extraClrSchemeLst/>
  <a:custClrLst>
    <a:custClr name="1|169|130">
      <a:srgbClr val="01A982"/>
    </a:custClr>
    <a:custClr name="128|116|110">
      <a:srgbClr val="80746E"/>
    </a:custClr>
    <a:custClr name="66|85|99">
      <a:srgbClr val="425563"/>
    </a:custClr>
  </a:custClrLst>
  <a:extLst>
    <a:ext uri="{05A4C25C-085E-4340-85A3-A5531E510DB2}">
      <thm15:themeFamily xmlns:thm15="http://schemas.microsoft.com/office/thememl/2012/main" name="Presentation3" id="{63E8648D-8241-48F6-AA16-BC86B6D20611}" vid="{9D39ACB5-61BC-4EDD-8CB2-097BE9495F0E}"/>
    </a:ext>
  </a:extLst>
</a:theme>
</file>

<file path=ppt/theme/theme2.xml><?xml version="1.0" encoding="utf-8"?>
<a:theme xmlns:a="http://schemas.openxmlformats.org/drawingml/2006/main" name="Office Theme">
  <a:themeElements>
    <a:clrScheme name="HPE">
      <a:dk1>
        <a:sysClr val="windowText" lastClr="000000"/>
      </a:dk1>
      <a:lt1>
        <a:sysClr val="window" lastClr="FFFFFF"/>
      </a:lt1>
      <a:dk2>
        <a:srgbClr val="808285"/>
      </a:dk2>
      <a:lt2>
        <a:srgbClr val="C6C9CA"/>
      </a:lt2>
      <a:accent1>
        <a:srgbClr val="2AD2C9"/>
      </a:accent1>
      <a:accent2>
        <a:srgbClr val="614767"/>
      </a:accent2>
      <a:accent3>
        <a:srgbClr val="FF8D6D"/>
      </a:accent3>
      <a:accent4>
        <a:srgbClr val="5F7A76"/>
      </a:accent4>
      <a:accent5>
        <a:srgbClr val="C6C9CA"/>
      </a:accent5>
      <a:accent6>
        <a:srgbClr val="808285"/>
      </a:accent6>
      <a:hlink>
        <a:srgbClr val="01A982"/>
      </a:hlink>
      <a:folHlink>
        <a:srgbClr val="01A98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solidFill>
          <a:schemeClr val="accent1"/>
        </a:solidFill>
        <a:ln w="19050">
          <a:solidFill>
            <a:schemeClr val="accent1"/>
          </a:solidFill>
        </a:ln>
      </a:spPr>
      <a:bodyPr rtlCol="0" anchor="ctr"/>
      <a:lstStyle>
        <a:defPPr algn="ctr">
          <a:lnSpc>
            <a:spcPct val="90000"/>
          </a:lnSpc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90000"/>
          </a:lnSpc>
          <a:defRPr/>
        </a:defPPr>
      </a:lstStyle>
    </a:txDef>
  </a:objectDefaults>
  <a:extraClrSchemeLst/>
  <a:custClrLst>
    <a:custClr name="1|169|130">
      <a:srgbClr val="01A982"/>
    </a:custClr>
    <a:custClr name="128|116|110">
      <a:srgbClr val="80746E"/>
    </a:custClr>
    <a:custClr name="66|85|99">
      <a:srgbClr val="425563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HPE">
      <a:dk1>
        <a:sysClr val="windowText" lastClr="000000"/>
      </a:dk1>
      <a:lt1>
        <a:sysClr val="window" lastClr="FFFFFF"/>
      </a:lt1>
      <a:dk2>
        <a:srgbClr val="808285"/>
      </a:dk2>
      <a:lt2>
        <a:srgbClr val="C6C9CA"/>
      </a:lt2>
      <a:accent1>
        <a:srgbClr val="2AD2C9"/>
      </a:accent1>
      <a:accent2>
        <a:srgbClr val="614767"/>
      </a:accent2>
      <a:accent3>
        <a:srgbClr val="FF8D6D"/>
      </a:accent3>
      <a:accent4>
        <a:srgbClr val="5F7A76"/>
      </a:accent4>
      <a:accent5>
        <a:srgbClr val="C6C9CA"/>
      </a:accent5>
      <a:accent6>
        <a:srgbClr val="808285"/>
      </a:accent6>
      <a:hlink>
        <a:srgbClr val="01A982"/>
      </a:hlink>
      <a:folHlink>
        <a:srgbClr val="01A98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solidFill>
          <a:schemeClr val="accent1"/>
        </a:solidFill>
        <a:ln w="19050">
          <a:solidFill>
            <a:schemeClr val="accent1"/>
          </a:solidFill>
        </a:ln>
      </a:spPr>
      <a:bodyPr rtlCol="0" anchor="ctr"/>
      <a:lstStyle>
        <a:defPPr algn="ctr">
          <a:lnSpc>
            <a:spcPct val="90000"/>
          </a:lnSpc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90000"/>
          </a:lnSpc>
          <a:defRPr/>
        </a:defPPr>
      </a:lstStyle>
    </a:txDef>
  </a:objectDefaults>
  <a:extraClrSchemeLst/>
  <a:custClrLst>
    <a:custClr name="1|169|130">
      <a:srgbClr val="01A982"/>
    </a:custClr>
    <a:custClr name="128|116|110">
      <a:srgbClr val="80746E"/>
    </a:custClr>
    <a:custClr name="66|85|99">
      <a:srgbClr val="425563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461A09986F7A49AB917C767B0E736B" ma:contentTypeVersion="13" ma:contentTypeDescription="Create a new document." ma:contentTypeScope="" ma:versionID="4452239ff99f8ce17b787b3fc6c4ced2">
  <xsd:schema xmlns:xsd="http://www.w3.org/2001/XMLSchema" xmlns:xs="http://www.w3.org/2001/XMLSchema" xmlns:p="http://schemas.microsoft.com/office/2006/metadata/properties" xmlns:ns2="2aabfaf7-7659-45fd-8963-d984993a4b7e" xmlns:ns3="20208afe-58f4-42bf-a892-6b0e1518bae8" xmlns:ns4="http://schemas.microsoft.com/sharepoint/v4" targetNamespace="http://schemas.microsoft.com/office/2006/metadata/properties" ma:root="true" ma:fieldsID="aae39888f2f644f5701debb9d831a56e" ns2:_="" ns3:_="" ns4:_="">
    <xsd:import namespace="2aabfaf7-7659-45fd-8963-d984993a4b7e"/>
    <xsd:import namespace="20208afe-58f4-42bf-a892-6b0e1518bae8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4:IconOverlay" minOccurs="0"/>
                <xsd:element ref="ns3:MediaServiceOCR" minOccurs="0"/>
                <xsd:element ref="ns3:MediaServiceLocation" minOccurs="0"/>
                <xsd:element ref="ns3:MediaServiceEventHashCode" minOccurs="0"/>
                <xsd:element ref="ns3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abfaf7-7659-45fd-8963-d984993a4b7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208afe-58f4-42bf-a892-6b0e1518ba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4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7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6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7347403-12EB-4DFF-9AE7-1EEEE8CA98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abfaf7-7659-45fd-8963-d984993a4b7e"/>
    <ds:schemaRef ds:uri="20208afe-58f4-42bf-a892-6b0e1518bae8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001FDC7-D8A0-4766-A839-B6FB057A4B74}">
  <ds:schemaRefs>
    <ds:schemaRef ds:uri="http://purl.org/dc/elements/1.1/"/>
    <ds:schemaRef ds:uri="http://schemas.microsoft.com/office/2006/metadata/properties"/>
    <ds:schemaRef ds:uri="http://schemas.microsoft.com/sharepoint/v4"/>
    <ds:schemaRef ds:uri="http://purl.org/dc/terms/"/>
    <ds:schemaRef ds:uri="http://schemas.openxmlformats.org/package/2006/metadata/core-properties"/>
    <ds:schemaRef ds:uri="2aabfaf7-7659-45fd-8963-d984993a4b7e"/>
    <ds:schemaRef ds:uri="http://schemas.microsoft.com/office/2006/documentManagement/types"/>
    <ds:schemaRef ds:uri="20208afe-58f4-42bf-a892-6b0e1518bae8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AC19F8A-FC41-4DCF-8980-5850DA9685C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1552</TotalTime>
  <Words>448</Words>
  <Application>Microsoft Office PowerPoint</Application>
  <PresentationFormat>Widescreen</PresentationFormat>
  <Paragraphs>124</Paragraphs>
  <Slides>15</Slides>
  <Notes>4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Black</vt:lpstr>
      <vt:lpstr>Arial Narrow</vt:lpstr>
      <vt:lpstr>Calibri</vt:lpstr>
      <vt:lpstr>Wingdings</vt:lpstr>
      <vt:lpstr>HPE_Events_Arial_16x9_v5</vt:lpstr>
      <vt:lpstr>PowerPoint Presentation</vt:lpstr>
      <vt:lpstr>Overview and WorkFlow</vt:lpstr>
      <vt:lpstr>Problems addressed</vt:lpstr>
      <vt:lpstr>Our Solution - GitInsights</vt:lpstr>
      <vt:lpstr>How it will help?</vt:lpstr>
      <vt:lpstr>Project High Level Design</vt:lpstr>
      <vt:lpstr>Development Workflow</vt:lpstr>
      <vt:lpstr>Demo</vt:lpstr>
      <vt:lpstr>Git Insights :</vt:lpstr>
      <vt:lpstr>Git Insights : (Avinash has this with hardcoded json)</vt:lpstr>
      <vt:lpstr>Git Stats :</vt:lpstr>
      <vt:lpstr>Deployment</vt:lpstr>
      <vt:lpstr>Summary &amp; Planned Improvements</vt:lpstr>
      <vt:lpstr>Git Insights Summary and Next steps</vt:lpstr>
      <vt:lpstr>Thank you</vt:lpstr>
    </vt:vector>
  </TitlesOfParts>
  <Company>Hewlett 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slide with picture</dc:title>
  <dc:creator>paul.hoke@hpe.com</dc:creator>
  <cp:lastModifiedBy>Shantamurty, Rupesh</cp:lastModifiedBy>
  <cp:revision>143</cp:revision>
  <dcterms:created xsi:type="dcterms:W3CDTF">2017-07-17T20:34:06Z</dcterms:created>
  <dcterms:modified xsi:type="dcterms:W3CDTF">2019-08-21T07:20:46Z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2244148</vt:lpwstr>
  </property>
  <property fmtid="{D5CDD505-2E9C-101B-9397-08002B2CF9AE}" pid="3" name="NXPowerLiteSettings">
    <vt:lpwstr>B74006B004C800</vt:lpwstr>
  </property>
  <property fmtid="{D5CDD505-2E9C-101B-9397-08002B2CF9AE}" pid="4" name="NXPowerLiteVersion">
    <vt:lpwstr>D6.0.7</vt:lpwstr>
  </property>
  <property fmtid="{D5CDD505-2E9C-101B-9397-08002B2CF9AE}" pid="5" name="ContentTypeId">
    <vt:lpwstr>0x01010031461A09986F7A49AB917C767B0E736B</vt:lpwstr>
  </property>
</Properties>
</file>